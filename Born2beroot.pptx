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89" r:id="rId4"/>
    <p:sldId id="257" r:id="rId5"/>
    <p:sldId id="259" r:id="rId6"/>
    <p:sldId id="260" r:id="rId7"/>
    <p:sldId id="287" r:id="rId8"/>
    <p:sldId id="261" r:id="rId9"/>
    <p:sldId id="262" r:id="rId10"/>
    <p:sldId id="263" r:id="rId11"/>
    <p:sldId id="264" r:id="rId12"/>
    <p:sldId id="265" r:id="rId13"/>
    <p:sldId id="266" r:id="rId14"/>
    <p:sldId id="278" r:id="rId15"/>
    <p:sldId id="267" r:id="rId16"/>
    <p:sldId id="269" r:id="rId17"/>
    <p:sldId id="270" r:id="rId18"/>
    <p:sldId id="268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4" r:id="rId28"/>
    <p:sldId id="283" r:id="rId29"/>
    <p:sldId id="282" r:id="rId30"/>
    <p:sldId id="280" r:id="rId31"/>
    <p:sldId id="281" r:id="rId32"/>
    <p:sldId id="285" r:id="rId33"/>
    <p:sldId id="286" r:id="rId34"/>
    <p:sldId id="288" r:id="rId35"/>
    <p:sldId id="290" r:id="rId36"/>
    <p:sldId id="291" r:id="rId3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6"/>
    <p:restoredTop sz="96534"/>
  </p:normalViewPr>
  <p:slideViewPr>
    <p:cSldViewPr snapToGrid="0">
      <p:cViewPr varScale="1">
        <p:scale>
          <a:sx n="157" d="100"/>
          <a:sy n="157" d="100"/>
        </p:scale>
        <p:origin x="544" y="168"/>
      </p:cViewPr>
      <p:guideLst/>
    </p:cSldViewPr>
  </p:slideViewPr>
  <p:outlineViewPr>
    <p:cViewPr>
      <p:scale>
        <a:sx n="33" d="100"/>
        <a:sy n="33" d="100"/>
      </p:scale>
      <p:origin x="0" y="-1787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m Vasconcelos" userId="4dd4a7302b4d28f4" providerId="LiveId" clId="{BAFA90F8-FA47-4178-8140-A89CEEE0E246}"/>
    <pc:docChg chg="undo custSel addSld modSld">
      <pc:chgData name="Joaquim Vasconcelos" userId="4dd4a7302b4d28f4" providerId="LiveId" clId="{BAFA90F8-FA47-4178-8140-A89CEEE0E246}" dt="2025-12-21T15:38:14.426" v="882" actId="20577"/>
      <pc:docMkLst>
        <pc:docMk/>
      </pc:docMkLst>
      <pc:sldChg chg="modSp mod">
        <pc:chgData name="Joaquim Vasconcelos" userId="4dd4a7302b4d28f4" providerId="LiveId" clId="{BAFA90F8-FA47-4178-8140-A89CEEE0E246}" dt="2025-12-21T14:06:01.406" v="823" actId="113"/>
        <pc:sldMkLst>
          <pc:docMk/>
          <pc:sldMk cId="2504540875" sldId="264"/>
        </pc:sldMkLst>
        <pc:spChg chg="mod">
          <ac:chgData name="Joaquim Vasconcelos" userId="4dd4a7302b4d28f4" providerId="LiveId" clId="{BAFA90F8-FA47-4178-8140-A89CEEE0E246}" dt="2025-12-21T14:06:01.406" v="823" actId="113"/>
          <ac:spMkLst>
            <pc:docMk/>
            <pc:sldMk cId="2504540875" sldId="264"/>
            <ac:spMk id="3" creationId="{BBCFDBD9-AA4B-32F1-65A5-86F3F61648FC}"/>
          </ac:spMkLst>
        </pc:spChg>
      </pc:sldChg>
      <pc:sldChg chg="modSp mod">
        <pc:chgData name="Joaquim Vasconcelos" userId="4dd4a7302b4d28f4" providerId="LiveId" clId="{BAFA90F8-FA47-4178-8140-A89CEEE0E246}" dt="2025-12-21T15:38:14.426" v="882" actId="20577"/>
        <pc:sldMkLst>
          <pc:docMk/>
          <pc:sldMk cId="315109310" sldId="266"/>
        </pc:sldMkLst>
        <pc:spChg chg="mod">
          <ac:chgData name="Joaquim Vasconcelos" userId="4dd4a7302b4d28f4" providerId="LiveId" clId="{BAFA90F8-FA47-4178-8140-A89CEEE0E246}" dt="2025-12-21T15:38:14.426" v="882" actId="20577"/>
          <ac:spMkLst>
            <pc:docMk/>
            <pc:sldMk cId="315109310" sldId="266"/>
            <ac:spMk id="3" creationId="{E94D26A5-07B8-5204-EDA3-2A64BBC63699}"/>
          </ac:spMkLst>
        </pc:spChg>
      </pc:sldChg>
      <pc:sldChg chg="modSp mod">
        <pc:chgData name="Joaquim Vasconcelos" userId="4dd4a7302b4d28f4" providerId="LiveId" clId="{BAFA90F8-FA47-4178-8140-A89CEEE0E246}" dt="2025-12-21T13:31:42.664" v="691" actId="20577"/>
        <pc:sldMkLst>
          <pc:docMk/>
          <pc:sldMk cId="309516049" sldId="278"/>
        </pc:sldMkLst>
        <pc:spChg chg="mod">
          <ac:chgData name="Joaquim Vasconcelos" userId="4dd4a7302b4d28f4" providerId="LiveId" clId="{BAFA90F8-FA47-4178-8140-A89CEEE0E246}" dt="2025-12-21T13:31:42.664" v="691" actId="20577"/>
          <ac:spMkLst>
            <pc:docMk/>
            <pc:sldMk cId="309516049" sldId="278"/>
            <ac:spMk id="3" creationId="{8EC14D2E-60A8-184C-3CCF-F6B3239EE795}"/>
          </ac:spMkLst>
        </pc:spChg>
      </pc:sldChg>
      <pc:sldChg chg="modSp new mod">
        <pc:chgData name="Joaquim Vasconcelos" userId="4dd4a7302b4d28f4" providerId="LiveId" clId="{BAFA90F8-FA47-4178-8140-A89CEEE0E246}" dt="2025-12-21T10:50:58.680" v="254" actId="20577"/>
        <pc:sldMkLst>
          <pc:docMk/>
          <pc:sldMk cId="3450958262" sldId="290"/>
        </pc:sldMkLst>
        <pc:spChg chg="mod">
          <ac:chgData name="Joaquim Vasconcelos" userId="4dd4a7302b4d28f4" providerId="LiveId" clId="{BAFA90F8-FA47-4178-8140-A89CEEE0E246}" dt="2025-12-21T10:49:52.360" v="25" actId="113"/>
          <ac:spMkLst>
            <pc:docMk/>
            <pc:sldMk cId="3450958262" sldId="290"/>
            <ac:spMk id="2" creationId="{4E4BC10D-A9A0-4D05-4D58-4AF21C729135}"/>
          </ac:spMkLst>
        </pc:spChg>
        <pc:spChg chg="mod">
          <ac:chgData name="Joaquim Vasconcelos" userId="4dd4a7302b4d28f4" providerId="LiveId" clId="{BAFA90F8-FA47-4178-8140-A89CEEE0E246}" dt="2025-12-21T10:50:58.680" v="254" actId="20577"/>
          <ac:spMkLst>
            <pc:docMk/>
            <pc:sldMk cId="3450958262" sldId="290"/>
            <ac:spMk id="3" creationId="{79DD1E0A-880F-19A0-25E9-5FC223ADA96F}"/>
          </ac:spMkLst>
        </pc:spChg>
      </pc:sldChg>
      <pc:sldChg chg="addSp delSp modSp new mod setBg">
        <pc:chgData name="Joaquim Vasconcelos" userId="4dd4a7302b4d28f4" providerId="LiveId" clId="{BAFA90F8-FA47-4178-8140-A89CEEE0E246}" dt="2025-12-21T11:36:54.141" v="472" actId="20577"/>
        <pc:sldMkLst>
          <pc:docMk/>
          <pc:sldMk cId="364469947" sldId="291"/>
        </pc:sldMkLst>
        <pc:spChg chg="mod">
          <ac:chgData name="Joaquim Vasconcelos" userId="4dd4a7302b4d28f4" providerId="LiveId" clId="{BAFA90F8-FA47-4178-8140-A89CEEE0E246}" dt="2025-12-21T11:22:39.239" v="285" actId="26606"/>
          <ac:spMkLst>
            <pc:docMk/>
            <pc:sldMk cId="364469947" sldId="291"/>
            <ac:spMk id="2" creationId="{D7933F69-1A3E-C335-48DB-6C863263FA80}"/>
          </ac:spMkLst>
        </pc:spChg>
        <pc:spChg chg="add del">
          <ac:chgData name="Joaquim Vasconcelos" userId="4dd4a7302b4d28f4" providerId="LiveId" clId="{BAFA90F8-FA47-4178-8140-A89CEEE0E246}" dt="2025-12-21T11:22:18.070" v="276" actId="22"/>
          <ac:spMkLst>
            <pc:docMk/>
            <pc:sldMk cId="364469947" sldId="291"/>
            <ac:spMk id="3" creationId="{563F197B-51BA-95BC-DE40-4FC7B51D39A6}"/>
          </ac:spMkLst>
        </pc:spChg>
        <pc:spChg chg="add del">
          <ac:chgData name="Joaquim Vasconcelos" userId="4dd4a7302b4d28f4" providerId="LiveId" clId="{BAFA90F8-FA47-4178-8140-A89CEEE0E246}" dt="2025-12-21T11:22:28.453" v="278" actId="26606"/>
          <ac:spMkLst>
            <pc:docMk/>
            <pc:sldMk cId="364469947" sldId="291"/>
            <ac:spMk id="13" creationId="{9FFE48EC-A46D-68B5-C4A2-ACC5CE21D60C}"/>
          </ac:spMkLst>
        </pc:spChg>
        <pc:spChg chg="add del">
          <ac:chgData name="Joaquim Vasconcelos" userId="4dd4a7302b4d28f4" providerId="LiveId" clId="{BAFA90F8-FA47-4178-8140-A89CEEE0E246}" dt="2025-12-21T11:22:28.453" v="278" actId="26606"/>
          <ac:spMkLst>
            <pc:docMk/>
            <pc:sldMk cId="364469947" sldId="291"/>
            <ac:spMk id="16" creationId="{2B97F24A-32CE-4C1C-A50D-3016B394DCFB}"/>
          </ac:spMkLst>
        </pc:spChg>
        <pc:spChg chg="add del">
          <ac:chgData name="Joaquim Vasconcelos" userId="4dd4a7302b4d28f4" providerId="LiveId" clId="{BAFA90F8-FA47-4178-8140-A89CEEE0E246}" dt="2025-12-21T11:22:28.453" v="278" actId="26606"/>
          <ac:spMkLst>
            <pc:docMk/>
            <pc:sldMk cId="364469947" sldId="291"/>
            <ac:spMk id="18" creationId="{CD8B4F24-440B-49E9-B85D-733523DC064B}"/>
          </ac:spMkLst>
        </pc:spChg>
        <pc:spChg chg="add del">
          <ac:chgData name="Joaquim Vasconcelos" userId="4dd4a7302b4d28f4" providerId="LiveId" clId="{BAFA90F8-FA47-4178-8140-A89CEEE0E246}" dt="2025-12-21T11:22:31.028" v="280" actId="26606"/>
          <ac:spMkLst>
            <pc:docMk/>
            <pc:sldMk cId="364469947" sldId="291"/>
            <ac:spMk id="20" creationId="{55A52C45-1FCB-4636-A80F-2849B8226C01}"/>
          </ac:spMkLst>
        </pc:spChg>
        <pc:spChg chg="add del">
          <ac:chgData name="Joaquim Vasconcelos" userId="4dd4a7302b4d28f4" providerId="LiveId" clId="{BAFA90F8-FA47-4178-8140-A89CEEE0E246}" dt="2025-12-21T11:22:31.028" v="280" actId="26606"/>
          <ac:spMkLst>
            <pc:docMk/>
            <pc:sldMk cId="364469947" sldId="291"/>
            <ac:spMk id="21" creationId="{84ECDE7A-6944-466D-8FFE-149A29BA6BAE}"/>
          </ac:spMkLst>
        </pc:spChg>
        <pc:spChg chg="add del">
          <ac:chgData name="Joaquim Vasconcelos" userId="4dd4a7302b4d28f4" providerId="LiveId" clId="{BAFA90F8-FA47-4178-8140-A89CEEE0E246}" dt="2025-12-21T11:22:31.028" v="280" actId="26606"/>
          <ac:spMkLst>
            <pc:docMk/>
            <pc:sldMk cId="364469947" sldId="291"/>
            <ac:spMk id="22" creationId="{768EB4DD-3704-43AD-92B3-C4E0C6EA92CB}"/>
          </ac:spMkLst>
        </pc:spChg>
        <pc:spChg chg="add del">
          <ac:chgData name="Joaquim Vasconcelos" userId="4dd4a7302b4d28f4" providerId="LiveId" clId="{BAFA90F8-FA47-4178-8140-A89CEEE0E246}" dt="2025-12-21T11:22:31.028" v="280" actId="26606"/>
          <ac:spMkLst>
            <pc:docMk/>
            <pc:sldMk cId="364469947" sldId="291"/>
            <ac:spMk id="23" creationId="{B3420082-9415-44EC-802E-C77D71D59C57}"/>
          </ac:spMkLst>
        </pc:spChg>
        <pc:spChg chg="add del">
          <ac:chgData name="Joaquim Vasconcelos" userId="4dd4a7302b4d28f4" providerId="LiveId" clId="{BAFA90F8-FA47-4178-8140-A89CEEE0E246}" dt="2025-12-21T11:22:31.028" v="280" actId="26606"/>
          <ac:spMkLst>
            <pc:docMk/>
            <pc:sldMk cId="364469947" sldId="291"/>
            <ac:spMk id="24" creationId="{FD1FA43D-9CFA-8BB7-F3B9-1620736C2E31}"/>
          </ac:spMkLst>
        </pc:spChg>
        <pc:spChg chg="add del">
          <ac:chgData name="Joaquim Vasconcelos" userId="4dd4a7302b4d28f4" providerId="LiveId" clId="{BAFA90F8-FA47-4178-8140-A89CEEE0E246}" dt="2025-12-21T11:22:35.422" v="282" actId="26606"/>
          <ac:spMkLst>
            <pc:docMk/>
            <pc:sldMk cId="364469947" sldId="291"/>
            <ac:spMk id="26" creationId="{743AA782-23D1-4521-8CAD-47662984AA08}"/>
          </ac:spMkLst>
        </pc:spChg>
        <pc:spChg chg="add del">
          <ac:chgData name="Joaquim Vasconcelos" userId="4dd4a7302b4d28f4" providerId="LiveId" clId="{BAFA90F8-FA47-4178-8140-A89CEEE0E246}" dt="2025-12-21T11:22:35.422" v="282" actId="26606"/>
          <ac:spMkLst>
            <pc:docMk/>
            <pc:sldMk cId="364469947" sldId="291"/>
            <ac:spMk id="27" creationId="{650D18FE-0824-4A46-B22C-A86B52E5780A}"/>
          </ac:spMkLst>
        </pc:spChg>
        <pc:spChg chg="add del">
          <ac:chgData name="Joaquim Vasconcelos" userId="4dd4a7302b4d28f4" providerId="LiveId" clId="{BAFA90F8-FA47-4178-8140-A89CEEE0E246}" dt="2025-12-21T11:22:35.422" v="282" actId="26606"/>
          <ac:spMkLst>
            <pc:docMk/>
            <pc:sldMk cId="364469947" sldId="291"/>
            <ac:spMk id="28" creationId="{B484CD52-A785-BA09-E2D3-2864A202D460}"/>
          </ac:spMkLst>
        </pc:spChg>
        <pc:spChg chg="add del">
          <ac:chgData name="Joaquim Vasconcelos" userId="4dd4a7302b4d28f4" providerId="LiveId" clId="{BAFA90F8-FA47-4178-8140-A89CEEE0E246}" dt="2025-12-21T11:22:39.232" v="284" actId="26606"/>
          <ac:spMkLst>
            <pc:docMk/>
            <pc:sldMk cId="364469947" sldId="291"/>
            <ac:spMk id="30" creationId="{84ECDE7A-6944-466D-8FFE-149A29BA6BAE}"/>
          </ac:spMkLst>
        </pc:spChg>
        <pc:spChg chg="add del">
          <ac:chgData name="Joaquim Vasconcelos" userId="4dd4a7302b4d28f4" providerId="LiveId" clId="{BAFA90F8-FA47-4178-8140-A89CEEE0E246}" dt="2025-12-21T11:22:39.232" v="284" actId="26606"/>
          <ac:spMkLst>
            <pc:docMk/>
            <pc:sldMk cId="364469947" sldId="291"/>
            <ac:spMk id="31" creationId="{B3420082-9415-44EC-802E-C77D71D59C57}"/>
          </ac:spMkLst>
        </pc:spChg>
        <pc:spChg chg="add del">
          <ac:chgData name="Joaquim Vasconcelos" userId="4dd4a7302b4d28f4" providerId="LiveId" clId="{BAFA90F8-FA47-4178-8140-A89CEEE0E246}" dt="2025-12-21T11:22:39.232" v="284" actId="26606"/>
          <ac:spMkLst>
            <pc:docMk/>
            <pc:sldMk cId="364469947" sldId="291"/>
            <ac:spMk id="32" creationId="{55A52C45-1FCB-4636-A80F-2849B8226C01}"/>
          </ac:spMkLst>
        </pc:spChg>
        <pc:spChg chg="add del">
          <ac:chgData name="Joaquim Vasconcelos" userId="4dd4a7302b4d28f4" providerId="LiveId" clId="{BAFA90F8-FA47-4178-8140-A89CEEE0E246}" dt="2025-12-21T11:22:39.232" v="284" actId="26606"/>
          <ac:spMkLst>
            <pc:docMk/>
            <pc:sldMk cId="364469947" sldId="291"/>
            <ac:spMk id="33" creationId="{768EB4DD-3704-43AD-92B3-C4E0C6EA92CB}"/>
          </ac:spMkLst>
        </pc:spChg>
        <pc:spChg chg="add del">
          <ac:chgData name="Joaquim Vasconcelos" userId="4dd4a7302b4d28f4" providerId="LiveId" clId="{BAFA90F8-FA47-4178-8140-A89CEEE0E246}" dt="2025-12-21T11:22:39.232" v="284" actId="26606"/>
          <ac:spMkLst>
            <pc:docMk/>
            <pc:sldMk cId="364469947" sldId="291"/>
            <ac:spMk id="34" creationId="{FD1FA43D-9CFA-8BB7-F3B9-1620736C2E31}"/>
          </ac:spMkLst>
        </pc:spChg>
        <pc:spChg chg="add">
          <ac:chgData name="Joaquim Vasconcelos" userId="4dd4a7302b4d28f4" providerId="LiveId" clId="{BAFA90F8-FA47-4178-8140-A89CEEE0E246}" dt="2025-12-21T11:22:39.239" v="285" actId="26606"/>
          <ac:spMkLst>
            <pc:docMk/>
            <pc:sldMk cId="364469947" sldId="291"/>
            <ac:spMk id="36" creationId="{743AA782-23D1-4521-8CAD-47662984AA08}"/>
          </ac:spMkLst>
        </pc:spChg>
        <pc:spChg chg="add">
          <ac:chgData name="Joaquim Vasconcelos" userId="4dd4a7302b4d28f4" providerId="LiveId" clId="{BAFA90F8-FA47-4178-8140-A89CEEE0E246}" dt="2025-12-21T11:22:39.239" v="285" actId="26606"/>
          <ac:spMkLst>
            <pc:docMk/>
            <pc:sldMk cId="364469947" sldId="291"/>
            <ac:spMk id="37" creationId="{650D18FE-0824-4A46-B22C-A86B52E5780A}"/>
          </ac:spMkLst>
        </pc:spChg>
        <pc:spChg chg="add mod">
          <ac:chgData name="Joaquim Vasconcelos" userId="4dd4a7302b4d28f4" providerId="LiveId" clId="{BAFA90F8-FA47-4178-8140-A89CEEE0E246}" dt="2025-12-21T11:36:54.141" v="472" actId="20577"/>
          <ac:spMkLst>
            <pc:docMk/>
            <pc:sldMk cId="364469947" sldId="291"/>
            <ac:spMk id="38" creationId="{B484CD52-A785-BA09-E2D3-2864A202D460}"/>
          </ac:spMkLst>
        </pc:spChg>
        <pc:picChg chg="add del mod">
          <ac:chgData name="Joaquim Vasconcelos" userId="4dd4a7302b4d28f4" providerId="LiveId" clId="{BAFA90F8-FA47-4178-8140-A89CEEE0E246}" dt="2025-12-21T11:22:05.614" v="274" actId="22"/>
          <ac:picMkLst>
            <pc:docMk/>
            <pc:sldMk cId="364469947" sldId="291"/>
            <ac:picMk id="6" creationId="{FFFF4050-3743-A87C-08E6-BCEC6200FF74}"/>
          </ac:picMkLst>
        </pc:picChg>
        <pc:picChg chg="add mod">
          <ac:chgData name="Joaquim Vasconcelos" userId="4dd4a7302b4d28f4" providerId="LiveId" clId="{BAFA90F8-FA47-4178-8140-A89CEEE0E246}" dt="2025-12-21T11:22:39.239" v="285" actId="26606"/>
          <ac:picMkLst>
            <pc:docMk/>
            <pc:sldMk cId="364469947" sldId="291"/>
            <ac:picMk id="9" creationId="{BE3786D0-5DBC-6A4E-7912-679FAD8BE1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5DF91-ECA9-9C4A-8B75-0A28B74764A1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34929-6DED-DB47-BA32-750EB0618E5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22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4929-6DED-DB47-BA32-750EB0618E5F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835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4929-6DED-DB47-BA32-750EB0618E5F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490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4929-6DED-DB47-BA32-750EB0618E5F}" type="slidenum">
              <a:rPr lang="en-CH" smtClean="0"/>
              <a:t>22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778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27BE-7D17-570A-0524-FCB30248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AE757-BD2F-C474-9FBF-197788573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EB2F8-6223-969A-7789-2F977536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9839C-EAD7-751D-5DDA-D5264E14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C3530-8AB5-71E3-5A51-26548D61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403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6402-E915-26E5-1C1B-857563CD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575B-203D-7FFF-313C-8ECB1FE8D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B7075-8380-D24F-BCAA-05915295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52B9-6B7C-6F98-C9FA-E563246A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F5DA1-1B26-6994-FE19-77D7DF56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7037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342C-F248-95CC-779A-548DE0C8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10370-0BA2-2F9A-BDFF-90CF00D0C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A791-FF70-7C88-D03E-35D4D5A3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39CD-8F3E-999B-C2AB-25F78EC6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E314-724B-E567-264E-47C94D2A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927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C978-C17E-42C2-99A5-D1D48BC1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EED6-57C1-2541-B9F5-0856EA2EB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087F1-B7D7-B5A7-8F28-D42CA7263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FF24D-2D69-1397-A359-023CDE0B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A8F4F-269D-65D3-D80F-BE59AAAB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3AAE5-7AD6-D40F-E526-64AA39C21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8842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159A-D31C-A43E-7FFA-7B136CDA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5C648-68C9-78CB-4362-E581939BB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C75F8-5A84-8C53-302F-B452DCC07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3F0CD-B8ED-C0A6-37A3-054BE826F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C6113-35DC-F411-F06A-491B68607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A9EA6-56BC-1D7B-BEF8-03BBA55E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B6F3C-02B8-7560-B75F-23BA1052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3F97-7877-DC1B-E658-B9D5F537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001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9A00-BF9F-A44C-4961-824AA9DA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AD5D7-C982-9EE8-CA67-82259B51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484B4-6D9E-2ABF-2877-D76CD946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E5B74-66E2-296F-E476-53C9F403C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7529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4435A-8BF1-88F2-595A-6FB80E37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B03A7-EA22-9A70-F7EF-D416944E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2D6CD-82B4-B679-EF16-EDD7B775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791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667D-066C-9E1E-5B77-6C05BD50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06F8E-7AF5-7BE9-1ED9-1E788BFAF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1662F-0650-E280-5105-34BBC5037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1A791-5BF8-C1CC-76E8-2ADDB6E0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A2C0C-B774-1FFB-59E9-EE954653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DEBBD-C827-001D-CC91-01A92CFE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8600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6D4C-F306-24BD-93F0-877AD8B4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9F68D-2B0D-D2E0-BC81-50B1CFDA1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20E2A-28F0-9482-ED34-912EBB948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D9413-82E9-448A-E4CD-1E4847C3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F2BE7-68AF-0572-CE1A-CF688738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8DA7D-FFDA-6A57-8966-85B2144C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904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32FA-D6C2-87D7-9267-DD0364EE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824E2-3121-4B19-0D0F-7D944AADD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7859-F255-733C-2B39-E5DD9FC9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BFDB9-B3FD-892B-9B86-B0FC4EBF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6CE60-B0DD-6167-1DD0-345305A4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991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14C8A-FC84-C741-E7A5-71636B2FB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3D606-228E-BC09-DDE7-CCB179D56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159D-5A70-6D4C-C3C0-7F8A27C1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7705-9B02-C653-67DA-6B58A469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5B19-4A05-01C2-A277-D91E8480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8034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78A48-D61D-7F46-A187-7EA68C62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6913F-DF35-46E4-83D0-BC43569FC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C7FD-FD37-7279-187C-16DBD1EF9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2918E-445A-EF4F-8A20-6BF2490B0B58}" type="datetimeFigureOut">
              <a:rPr lang="en-CH" smtClean="0"/>
              <a:t>12/21/25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1239C-A849-73B5-776D-C9A3EAC9D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1B686-6A5E-12DD-4FE6-29AC57A93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6309F-AF27-7949-AADC-29C7CF23B3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966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B06B-C501-FFC7-F654-B5D4E8236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H" sz="9600" b="1" dirty="0"/>
              <a:t>BORN2BEROOT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6E29A-C3BC-1D12-A026-DC80BC29F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Tanooki</a:t>
            </a:r>
          </a:p>
        </p:txBody>
      </p:sp>
    </p:spTree>
    <p:extLst>
      <p:ext uri="{BB962C8B-B14F-4D97-AF65-F5344CB8AC3E}">
        <p14:creationId xmlns:p14="http://schemas.microsoft.com/office/powerpoint/2010/main" val="332224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66C6-DFC8-9C60-817D-61BCEE8C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CH" b="1" dirty="0"/>
              <a:t>pt vs Aptitude </a:t>
            </a:r>
            <a:r>
              <a:rPr lang="en-CH" dirty="0"/>
              <a:t>– two package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02AF-0441-5A5B-6218-4A3EDC15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CH" dirty="0"/>
              <a:t>pt </a:t>
            </a:r>
            <a:r>
              <a:rPr lang="en-CH" dirty="0">
                <a:sym typeface="Wingdings" pitchFamily="2" charset="2"/>
              </a:rPr>
              <a:t></a:t>
            </a:r>
            <a:r>
              <a:rPr lang="en-CH" dirty="0"/>
              <a:t> lighter (only command mode)</a:t>
            </a:r>
          </a:p>
          <a:p>
            <a:r>
              <a:rPr lang="en-CH" dirty="0"/>
              <a:t>Apt </a:t>
            </a:r>
            <a:r>
              <a:rPr lang="en-CH" dirty="0">
                <a:sym typeface="Wingdings" pitchFamily="2" charset="2"/>
              </a:rPr>
              <a:t> native software, aptitude  has to be downloaded</a:t>
            </a:r>
            <a:endParaRPr lang="en-CH" dirty="0"/>
          </a:p>
          <a:p>
            <a:r>
              <a:rPr lang="en-GB" dirty="0"/>
              <a:t>A</a:t>
            </a:r>
            <a:r>
              <a:rPr lang="en-CH" dirty="0"/>
              <a:t>ptitude </a:t>
            </a:r>
            <a:r>
              <a:rPr lang="en-CH" dirty="0">
                <a:sym typeface="Wingdings" pitchFamily="2" charset="2"/>
              </a:rPr>
              <a:t></a:t>
            </a:r>
            <a:r>
              <a:rPr lang="en-CH" dirty="0"/>
              <a:t> heavier (graphic mode available), but more possibilities to search packages, list &amp; filter (more displays possibilities)</a:t>
            </a:r>
          </a:p>
        </p:txBody>
      </p:sp>
    </p:spTree>
    <p:extLst>
      <p:ext uri="{BB962C8B-B14F-4D97-AF65-F5344CB8AC3E}">
        <p14:creationId xmlns:p14="http://schemas.microsoft.com/office/powerpoint/2010/main" val="75261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4F6D-CDDD-5A0F-1BED-076D8F03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Debian vs Rocky </a:t>
            </a:r>
            <a:r>
              <a:rPr lang="en-CH" dirty="0"/>
              <a:t>-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B4F6-8FA9-915E-805E-C45F106C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different package manager (apt vs dnf)</a:t>
            </a:r>
          </a:p>
          <a:p>
            <a:r>
              <a:rPr lang="en-CH" dirty="0"/>
              <a:t>different MAC (AppArmor vs SELinux)</a:t>
            </a:r>
          </a:p>
          <a:p>
            <a:r>
              <a:rPr lang="en-CH" dirty="0"/>
              <a:t>Community vs entreprises</a:t>
            </a:r>
          </a:p>
        </p:txBody>
      </p:sp>
    </p:spTree>
    <p:extLst>
      <p:ext uri="{BB962C8B-B14F-4D97-AF65-F5344CB8AC3E}">
        <p14:creationId xmlns:p14="http://schemas.microsoft.com/office/powerpoint/2010/main" val="49718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EAE7-84EE-237D-C32C-6DD3C362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Aptitude</a:t>
            </a:r>
            <a:r>
              <a:rPr lang="en-CH" dirty="0"/>
              <a:t> – Package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3A85-3DBA-E07B-16C1-890AA46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2277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CH" dirty="0"/>
              <a:t>Install/uninstall</a:t>
            </a:r>
          </a:p>
          <a:p>
            <a:pPr marL="0" indent="0">
              <a:buNone/>
            </a:pPr>
            <a:r>
              <a:rPr lang="en-CH" dirty="0"/>
              <a:t>	sudo aptitude install </a:t>
            </a:r>
            <a:r>
              <a:rPr lang="en-CH" i="1" dirty="0"/>
              <a:t>[package]</a:t>
            </a:r>
            <a:r>
              <a:rPr lang="en-CH" dirty="0"/>
              <a:t>+			install package</a:t>
            </a:r>
          </a:p>
          <a:p>
            <a:pPr marL="0" indent="0">
              <a:buNone/>
            </a:pPr>
            <a:r>
              <a:rPr lang="en-CH" dirty="0"/>
              <a:t>	sudo aptitude install </a:t>
            </a:r>
            <a:r>
              <a:rPr lang="en-CH" i="1" dirty="0"/>
              <a:t>[package]</a:t>
            </a:r>
            <a:r>
              <a:rPr lang="en-CH" dirty="0"/>
              <a:t>-			uninstall package</a:t>
            </a:r>
          </a:p>
          <a:p>
            <a:pPr marL="0" indent="0">
              <a:buNone/>
            </a:pPr>
            <a:r>
              <a:rPr lang="en-CH" dirty="0"/>
              <a:t>	sudo aptitude install </a:t>
            </a:r>
            <a:r>
              <a:rPr lang="en-CH" i="1" dirty="0"/>
              <a:t>[package]</a:t>
            </a:r>
            <a:r>
              <a:rPr lang="en-CH" dirty="0"/>
              <a:t>_	</a:t>
            </a:r>
            <a:r>
              <a:rPr lang="en-CH"/>
              <a:t>		purge </a:t>
            </a:r>
            <a:r>
              <a:rPr lang="en-CH" dirty="0"/>
              <a:t>package</a:t>
            </a:r>
          </a:p>
          <a:p>
            <a:pPr marL="0" indent="0">
              <a:buNone/>
            </a:pPr>
            <a:r>
              <a:rPr lang="en-GB" dirty="0"/>
              <a:t>U</a:t>
            </a:r>
            <a:r>
              <a:rPr lang="en-CH" dirty="0"/>
              <a:t>pdate/upgrade</a:t>
            </a:r>
          </a:p>
          <a:p>
            <a:pPr marL="0" indent="0">
              <a:buNone/>
            </a:pPr>
            <a:r>
              <a:rPr lang="en-CH" dirty="0"/>
              <a:t>	sudo aptitude update			update pckg</a:t>
            </a:r>
          </a:p>
          <a:p>
            <a:pPr marL="0" indent="0">
              <a:buNone/>
            </a:pPr>
            <a:r>
              <a:rPr lang="en-CH" dirty="0"/>
              <a:t>	sudo aptitude safe-upgrade			updt, no purge unused</a:t>
            </a:r>
          </a:p>
          <a:p>
            <a:pPr marL="0" indent="0">
              <a:buNone/>
            </a:pPr>
            <a:r>
              <a:rPr lang="en-CH" dirty="0"/>
              <a:t>	sudo aptitude full-upgrade			updt, purge unused</a:t>
            </a:r>
          </a:p>
          <a:p>
            <a:pPr marL="0" indent="0">
              <a:buNone/>
            </a:pPr>
            <a:r>
              <a:rPr lang="en-CH" dirty="0"/>
              <a:t>	sudo aptitude hold </a:t>
            </a:r>
            <a:r>
              <a:rPr lang="en-CH" i="1" dirty="0"/>
              <a:t>[software]</a:t>
            </a:r>
            <a:r>
              <a:rPr lang="en-CH" dirty="0"/>
              <a:t>			block updt of the pckg</a:t>
            </a:r>
          </a:p>
          <a:p>
            <a:pPr marL="0" indent="0">
              <a:buNone/>
            </a:pPr>
            <a:r>
              <a:rPr lang="en-CH" dirty="0"/>
              <a:t>	sudo aptitude unhold </a:t>
            </a:r>
            <a:r>
              <a:rPr lang="en-CH" i="1" dirty="0"/>
              <a:t>[software]</a:t>
            </a:r>
            <a:r>
              <a:rPr lang="en-CH" dirty="0"/>
              <a:t>			unblock updt of the pckg</a:t>
            </a:r>
          </a:p>
          <a:p>
            <a:pPr marL="0" indent="0">
              <a:buNone/>
            </a:pPr>
            <a:r>
              <a:rPr lang="en-CH" dirty="0"/>
              <a:t>Search</a:t>
            </a:r>
          </a:p>
          <a:p>
            <a:pPr marL="0" indent="0">
              <a:buNone/>
            </a:pPr>
            <a:r>
              <a:rPr lang="en-CH" dirty="0"/>
              <a:t>	sudo aptitude search ~</a:t>
            </a:r>
            <a:r>
              <a:rPr lang="en-GB" dirty="0"/>
              <a:t>I</a:t>
            </a:r>
            <a:r>
              <a:rPr lang="en-CH" dirty="0"/>
              <a:t>			display installed pckg</a:t>
            </a:r>
          </a:p>
          <a:p>
            <a:pPr marL="0" indent="0">
              <a:buNone/>
            </a:pPr>
            <a:r>
              <a:rPr lang="en-CH" dirty="0"/>
              <a:t>	sudo aptitude search ~b			display broken pckg</a:t>
            </a:r>
          </a:p>
          <a:p>
            <a:pPr marL="0" indent="0">
              <a:buNone/>
            </a:pPr>
            <a:r>
              <a:rPr lang="en-CH" dirty="0"/>
              <a:t>	sudo aptitude search ~ahold			display updt blocked pckg</a:t>
            </a:r>
          </a:p>
          <a:p>
            <a:pPr marL="0" indent="0">
              <a:buNone/>
            </a:pPr>
            <a:r>
              <a:rPr lang="en-CH" dirty="0"/>
              <a:t>	sudo aptitude show </a:t>
            </a:r>
            <a:r>
              <a:rPr lang="en-CH" i="1" dirty="0"/>
              <a:t>[package]	</a:t>
            </a:r>
            <a:r>
              <a:rPr lang="en-CH" dirty="0"/>
              <a:t>		display infos about the pckg</a:t>
            </a:r>
          </a:p>
          <a:p>
            <a:pPr marL="0" indent="0">
              <a:buNone/>
            </a:pPr>
            <a:r>
              <a:rPr lang="en-CH" dirty="0"/>
              <a:t>	sudo aptitude why </a:t>
            </a:r>
            <a:r>
              <a:rPr lang="en-CH" i="1" dirty="0"/>
              <a:t>[package]	</a:t>
            </a:r>
            <a:r>
              <a:rPr lang="en-CH" dirty="0"/>
              <a:t>		show reason why pckg didn’t install</a:t>
            </a:r>
          </a:p>
          <a:p>
            <a:pPr marL="0" indent="0">
              <a:buNone/>
            </a:pPr>
            <a:r>
              <a:rPr lang="en-CH" dirty="0"/>
              <a:t>	sudo aptitude why-not </a:t>
            </a:r>
            <a:r>
              <a:rPr lang="en-CH" i="1" dirty="0"/>
              <a:t>[package]</a:t>
            </a:r>
            <a:r>
              <a:rPr lang="en-CH" dirty="0"/>
              <a:t>			show the conflicts</a:t>
            </a:r>
          </a:p>
          <a:p>
            <a:pPr marL="0" indent="0">
              <a:buNone/>
            </a:pPr>
            <a:r>
              <a:rPr lang="en-CH" dirty="0"/>
              <a:t>	sudo aptitude clean			erase downloaded package files</a:t>
            </a:r>
          </a:p>
          <a:p>
            <a:pPr marL="0" indent="0">
              <a:buNone/>
            </a:pPr>
            <a:r>
              <a:rPr lang="en-CH" dirty="0"/>
              <a:t>	sudo aptitude auto-clean			erase old downloaded package files</a:t>
            </a:r>
          </a:p>
        </p:txBody>
      </p:sp>
    </p:spTree>
    <p:extLst>
      <p:ext uri="{BB962C8B-B14F-4D97-AF65-F5344CB8AC3E}">
        <p14:creationId xmlns:p14="http://schemas.microsoft.com/office/powerpoint/2010/main" val="53480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900D-6060-9DB1-7554-5B06CD5E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UFW</a:t>
            </a:r>
            <a:r>
              <a:rPr lang="en-CH" dirty="0"/>
              <a:t> – Uncomplicated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8ED1-BCFF-4648-934C-43F4A4C27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Status	</a:t>
            </a:r>
          </a:p>
          <a:p>
            <a:pPr marL="0" indent="0">
              <a:buNone/>
            </a:pPr>
            <a:r>
              <a:rPr lang="en-GB" dirty="0"/>
              <a:t>	s</a:t>
            </a:r>
            <a:r>
              <a:rPr lang="en-CH" dirty="0"/>
              <a:t>udo ufw status				display status of the ufw</a:t>
            </a:r>
          </a:p>
          <a:p>
            <a:pPr marL="0" indent="0">
              <a:buNone/>
            </a:pPr>
            <a:r>
              <a:rPr lang="en-CH" dirty="0"/>
              <a:t>	sudo ufw status verbose				detailed status &amp; default profile</a:t>
            </a:r>
          </a:p>
          <a:p>
            <a:pPr marL="0" indent="0">
              <a:buNone/>
            </a:pPr>
            <a:r>
              <a:rPr lang="en-GB" dirty="0"/>
              <a:t>	s</a:t>
            </a:r>
            <a:r>
              <a:rPr lang="en-CH" dirty="0"/>
              <a:t>udo ufw status numbered			same, but numbered </a:t>
            </a:r>
          </a:p>
          <a:p>
            <a:pPr marL="0" indent="0">
              <a:buNone/>
            </a:pPr>
            <a:r>
              <a:rPr lang="en-CH" dirty="0"/>
              <a:t>ON/OFF</a:t>
            </a:r>
          </a:p>
          <a:p>
            <a:pPr marL="0" indent="0">
              <a:buNone/>
            </a:pPr>
            <a:r>
              <a:rPr lang="en-GB" dirty="0"/>
              <a:t>	s</a:t>
            </a:r>
            <a:r>
              <a:rPr lang="en-CH" dirty="0"/>
              <a:t>udo ufw enable				activate ufw also on boot</a:t>
            </a:r>
          </a:p>
          <a:p>
            <a:pPr marL="0" indent="0">
              <a:buNone/>
            </a:pPr>
            <a:r>
              <a:rPr lang="en-GB" dirty="0"/>
              <a:t>	s</a:t>
            </a:r>
            <a:r>
              <a:rPr lang="en-CH" dirty="0"/>
              <a:t>udo ufw disable				deactivate ufw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CH" dirty="0"/>
              <a:t> ufw reload				restart ufw</a:t>
            </a:r>
          </a:p>
          <a:p>
            <a:pPr marL="0" indent="0">
              <a:buNone/>
            </a:pPr>
            <a:r>
              <a:rPr lang="en-CH" dirty="0"/>
              <a:t>Change default rules</a:t>
            </a:r>
          </a:p>
          <a:p>
            <a:pPr marL="0" indent="0">
              <a:buNone/>
            </a:pPr>
            <a:r>
              <a:rPr lang="en-CH" dirty="0"/>
              <a:t>	sudo ufw default </a:t>
            </a:r>
            <a:r>
              <a:rPr lang="en-CH" i="1" dirty="0"/>
              <a:t>[deny/allow] [incoming/outgoing/routed]</a:t>
            </a:r>
            <a:r>
              <a:rPr lang="en-CH" dirty="0"/>
              <a:t>	change the default rule of income/outcome/routed</a:t>
            </a:r>
          </a:p>
          <a:p>
            <a:pPr marL="0" indent="0">
              <a:buNone/>
            </a:pPr>
            <a:r>
              <a:rPr lang="en-CH" dirty="0"/>
              <a:t>Ports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GB" dirty="0"/>
              <a:t>s</a:t>
            </a:r>
            <a:r>
              <a:rPr lang="en-CH" dirty="0"/>
              <a:t>udo ufw allow </a:t>
            </a:r>
            <a:r>
              <a:rPr lang="en-CH" i="1" dirty="0"/>
              <a:t>[port]</a:t>
            </a:r>
            <a:r>
              <a:rPr lang="en-CH" dirty="0"/>
              <a:t>				allow a port</a:t>
            </a:r>
          </a:p>
          <a:p>
            <a:pPr marL="0" indent="0">
              <a:buNone/>
            </a:pPr>
            <a:r>
              <a:rPr lang="en-CH" dirty="0"/>
              <a:t>	sudo ufw deny </a:t>
            </a:r>
            <a:r>
              <a:rPr lang="en-CH" i="1" dirty="0"/>
              <a:t>[port]</a:t>
            </a:r>
            <a:r>
              <a:rPr lang="en-CH" dirty="0"/>
              <a:t>				deny a  port (better for security, don’t send back replies)</a:t>
            </a:r>
          </a:p>
          <a:p>
            <a:pPr marL="0" indent="0">
              <a:buNone/>
            </a:pPr>
            <a:r>
              <a:rPr lang="en-CH" dirty="0"/>
              <a:t>	sudo ufw reject </a:t>
            </a:r>
            <a:r>
              <a:rPr lang="en-CH" i="1" dirty="0"/>
              <a:t>[port]</a:t>
            </a:r>
            <a:r>
              <a:rPr lang="en-CH" dirty="0"/>
              <a:t>				reject a port (send back replies)</a:t>
            </a:r>
          </a:p>
          <a:p>
            <a:pPr marL="0" indent="0">
              <a:buNone/>
            </a:pPr>
            <a:r>
              <a:rPr lang="en-CH" dirty="0"/>
              <a:t>	sudo ufw delete </a:t>
            </a:r>
            <a:r>
              <a:rPr lang="en-CH" i="1" dirty="0"/>
              <a:t>[rule_nb]	</a:t>
            </a:r>
            <a:r>
              <a:rPr lang="en-CH" dirty="0"/>
              <a:t>			delete the rule nb (back to default rule)</a:t>
            </a:r>
          </a:p>
          <a:p>
            <a:pPr marL="0" indent="0">
              <a:buNone/>
            </a:pPr>
            <a:r>
              <a:rPr lang="en-CH" dirty="0"/>
              <a:t>	sudo ufw delete </a:t>
            </a:r>
            <a:r>
              <a:rPr lang="en-CH" i="1" dirty="0"/>
              <a:t>[action] [port]</a:t>
            </a:r>
            <a:r>
              <a:rPr lang="en-CH" dirty="0"/>
              <a:t>			delete the port (better) (back to default rule)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4734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1F5F-1D7D-6505-11EB-42251E79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AppArmor</a:t>
            </a:r>
            <a:r>
              <a:rPr lang="en-CH" dirty="0"/>
              <a:t> – limit programs resources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271D-432E-BD8A-9468-85FBD1036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a program/profile may be in 3 modes:</a:t>
            </a:r>
          </a:p>
          <a:p>
            <a:pPr lvl="1"/>
            <a:r>
              <a:rPr lang="en-CH" b="1" dirty="0"/>
              <a:t>enforcement</a:t>
            </a:r>
            <a:r>
              <a:rPr lang="en-CH" dirty="0"/>
              <a:t> = will </a:t>
            </a:r>
            <a:r>
              <a:rPr lang="en-CH" u="sng" dirty="0"/>
              <a:t>block</a:t>
            </a:r>
            <a:r>
              <a:rPr lang="en-CH" dirty="0"/>
              <a:t> the program/profile if it access to non-authorized resources</a:t>
            </a:r>
          </a:p>
          <a:p>
            <a:pPr lvl="1"/>
            <a:r>
              <a:rPr lang="en-CH" b="1" dirty="0"/>
              <a:t>complain</a:t>
            </a:r>
            <a:r>
              <a:rPr lang="en-CH" dirty="0"/>
              <a:t> = will </a:t>
            </a:r>
            <a:r>
              <a:rPr lang="en-CH" u="sng" dirty="0"/>
              <a:t>not block </a:t>
            </a:r>
            <a:r>
              <a:rPr lang="en-CH" dirty="0"/>
              <a:t>the program/profile if it access to non-authoriyed resources, but will </a:t>
            </a:r>
            <a:r>
              <a:rPr lang="en-CH" u="sng" dirty="0"/>
              <a:t>report policy violation attempts</a:t>
            </a:r>
            <a:endParaRPr lang="en-CH" dirty="0"/>
          </a:p>
          <a:p>
            <a:pPr lvl="1"/>
            <a:r>
              <a:rPr lang="en-CH" b="1" dirty="0"/>
              <a:t>unconfined</a:t>
            </a:r>
            <a:r>
              <a:rPr lang="en-CH" dirty="0"/>
              <a:t> = program/profile has </a:t>
            </a:r>
            <a:r>
              <a:rPr lang="en-CH" u="sng" dirty="0"/>
              <a:t>no restriction</a:t>
            </a:r>
          </a:p>
        </p:txBody>
      </p:sp>
    </p:spTree>
    <p:extLst>
      <p:ext uri="{BB962C8B-B14F-4D97-AF65-F5344CB8AC3E}">
        <p14:creationId xmlns:p14="http://schemas.microsoft.com/office/powerpoint/2010/main" val="256451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EF26-BD82-4ADF-9FE0-ADA236D2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MAC</a:t>
            </a:r>
            <a:r>
              <a:rPr lang="en-CH" dirty="0"/>
              <a:t> – Mandatory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F76D-9DAB-903E-4007-6AD338AB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SELinux and AppArmor are both MAC programs.</a:t>
            </a:r>
          </a:p>
          <a:p>
            <a:r>
              <a:rPr lang="en-CH" dirty="0"/>
              <a:t>Only one MAC program can be activate at time.</a:t>
            </a:r>
          </a:p>
          <a:p>
            <a:r>
              <a:rPr lang="en-CH" dirty="0"/>
              <a:t>AppArmor is more adapted for public, SELinux more for companies.</a:t>
            </a:r>
          </a:p>
          <a:p>
            <a:r>
              <a:rPr lang="en-CH" dirty="0"/>
              <a:t>AppArmor is path based, SELinux is global function (context-based)</a:t>
            </a:r>
          </a:p>
        </p:txBody>
      </p:sp>
    </p:spTree>
    <p:extLst>
      <p:ext uri="{BB962C8B-B14F-4D97-AF65-F5344CB8AC3E}">
        <p14:creationId xmlns:p14="http://schemas.microsoft.com/office/powerpoint/2010/main" val="94075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A49F-C69B-0061-D02E-B8A29A63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AppArmor </a:t>
            </a:r>
            <a:r>
              <a:rPr lang="en-CH" dirty="0"/>
              <a:t>-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BC82-7F11-342C-EF96-1586E30E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systemctl status apparmor	display apparmor status</a:t>
            </a:r>
          </a:p>
          <a:p>
            <a:pPr marL="0" indent="0">
              <a:buNone/>
            </a:pPr>
            <a:r>
              <a:rPr lang="en-CH" dirty="0"/>
              <a:t>sudo aa-status			show status of the programs/profiles</a:t>
            </a:r>
          </a:p>
          <a:p>
            <a:pPr marL="0" indent="0">
              <a:buNone/>
            </a:pPr>
            <a:r>
              <a:rPr lang="en-CH" dirty="0"/>
              <a:t>sudo aa-enforce </a:t>
            </a:r>
            <a:r>
              <a:rPr lang="en-CH" i="1" dirty="0"/>
              <a:t>[program]</a:t>
            </a:r>
            <a:r>
              <a:rPr lang="en-CH" dirty="0"/>
              <a:t>	set the program in enforced mode</a:t>
            </a:r>
          </a:p>
          <a:p>
            <a:pPr marL="0" indent="0">
              <a:buNone/>
            </a:pPr>
            <a:r>
              <a:rPr lang="en-CH" dirty="0"/>
              <a:t>sudo aa-complain </a:t>
            </a:r>
            <a:r>
              <a:rPr lang="en-CH" i="1" dirty="0"/>
              <a:t>[program]</a:t>
            </a:r>
            <a:r>
              <a:rPr lang="en-CH" dirty="0"/>
              <a:t>	set the program in complain mode</a:t>
            </a:r>
          </a:p>
        </p:txBody>
      </p:sp>
    </p:spTree>
    <p:extLst>
      <p:ext uri="{BB962C8B-B14F-4D97-AF65-F5344CB8AC3E}">
        <p14:creationId xmlns:p14="http://schemas.microsoft.com/office/powerpoint/2010/main" val="419037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39C9-5FC1-1B8C-D57C-AF9CADC4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User&amp;Group Permissions </a:t>
            </a:r>
            <a:r>
              <a:rPr lang="en-CH" dirty="0"/>
              <a:t>– change 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AE87D-AD23-53AE-8DD7-8AC02158A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H" dirty="0"/>
              <a:t>change owner/group</a:t>
            </a:r>
          </a:p>
          <a:p>
            <a:pPr marL="0" indent="0">
              <a:buNone/>
            </a:pPr>
            <a:r>
              <a:rPr lang="en-CH" dirty="0"/>
              <a:t>	sudo chown </a:t>
            </a:r>
            <a:r>
              <a:rPr lang="en-CH" i="1" dirty="0"/>
              <a:t>[new_owner] [file]</a:t>
            </a:r>
            <a:r>
              <a:rPr lang="en-CH" dirty="0"/>
              <a:t>			change owner of the file</a:t>
            </a:r>
          </a:p>
          <a:p>
            <a:pPr marL="0" indent="0">
              <a:buNone/>
            </a:pPr>
            <a:r>
              <a:rPr lang="en-CH" dirty="0"/>
              <a:t>	sudo chown </a:t>
            </a:r>
            <a:r>
              <a:rPr lang="en-CH" i="1" dirty="0"/>
              <a:t>[new_owner]</a:t>
            </a:r>
            <a:r>
              <a:rPr lang="en-CH" dirty="0"/>
              <a:t>:</a:t>
            </a:r>
            <a:r>
              <a:rPr lang="en-CH" i="1" dirty="0"/>
              <a:t>[new_group] [file]</a:t>
            </a:r>
            <a:r>
              <a:rPr lang="en-CH" dirty="0"/>
              <a:t>		change owner &amp; group of the file</a:t>
            </a:r>
          </a:p>
          <a:p>
            <a:pPr marL="0" indent="0">
              <a:buNone/>
            </a:pPr>
            <a:r>
              <a:rPr lang="en-CH" dirty="0"/>
              <a:t>	sudo chgrp </a:t>
            </a:r>
            <a:r>
              <a:rPr lang="en-CH" i="1" dirty="0"/>
              <a:t>[new_group] [file]</a:t>
            </a:r>
            <a:r>
              <a:rPr lang="en-CH" dirty="0"/>
              <a:t>			change group of the file</a:t>
            </a:r>
          </a:p>
          <a:p>
            <a:pPr marL="0" indent="0">
              <a:buNone/>
            </a:pPr>
            <a:r>
              <a:rPr lang="en-CH" dirty="0"/>
              <a:t>change permissions</a:t>
            </a:r>
          </a:p>
          <a:p>
            <a:pPr marL="0" indent="0">
              <a:buNone/>
            </a:pPr>
            <a:r>
              <a:rPr lang="en-CH" dirty="0"/>
              <a:t>	chmod </a:t>
            </a:r>
            <a:r>
              <a:rPr lang="en-CH" i="1" dirty="0"/>
              <a:t>[permissions] [file/directory]</a:t>
            </a:r>
            <a:r>
              <a:rPr lang="en-CH" dirty="0"/>
              <a:t>			change permission</a:t>
            </a:r>
          </a:p>
          <a:p>
            <a:pPr marL="0" indent="0">
              <a:buNone/>
            </a:pPr>
            <a:r>
              <a:rPr lang="en-CH" dirty="0"/>
              <a:t>		two ways:</a:t>
            </a:r>
          </a:p>
          <a:p>
            <a:pPr marL="0" indent="0">
              <a:buNone/>
            </a:pPr>
            <a:r>
              <a:rPr lang="en-CH" dirty="0"/>
              <a:t>		sudo chmod 755 </a:t>
            </a:r>
            <a:r>
              <a:rPr lang="en-CH" i="1" dirty="0"/>
              <a:t>[file]</a:t>
            </a:r>
            <a:r>
              <a:rPr lang="en-CH" dirty="0"/>
              <a:t>			4=read, 2=write, 1=exec</a:t>
            </a:r>
          </a:p>
          <a:p>
            <a:pPr marL="0" indent="0">
              <a:buNone/>
            </a:pPr>
            <a:r>
              <a:rPr lang="en-CH" dirty="0"/>
              <a:t>		sudo chmod uo+rx,g-w </a:t>
            </a:r>
            <a:r>
              <a:rPr lang="en-CH" i="1" dirty="0"/>
              <a:t>[file]	</a:t>
            </a:r>
            <a:r>
              <a:rPr lang="en-CH" dirty="0"/>
              <a:t>		u=user, g=group, o=others</a:t>
            </a:r>
          </a:p>
          <a:p>
            <a:pPr marL="0" indent="0">
              <a:buNone/>
            </a:pPr>
            <a:r>
              <a:rPr lang="en-CH" dirty="0"/>
              <a:t>							r=read, w=write, x=exec</a:t>
            </a:r>
          </a:p>
          <a:p>
            <a:pPr marL="0" indent="0">
              <a:buNone/>
            </a:pPr>
            <a:r>
              <a:rPr lang="en-CH" dirty="0"/>
              <a:t>	chmod u/g+s </a:t>
            </a:r>
            <a:r>
              <a:rPr lang="en-CH" i="1" dirty="0"/>
              <a:t>[file]	</a:t>
            </a:r>
            <a:r>
              <a:rPr lang="en-CH" dirty="0"/>
              <a:t>				set user id or group id on a file 								(means you can run a program, that 								will execute other program with id of the 							owner or group file)</a:t>
            </a:r>
          </a:p>
        </p:txBody>
      </p:sp>
    </p:spTree>
    <p:extLst>
      <p:ext uri="{BB962C8B-B14F-4D97-AF65-F5344CB8AC3E}">
        <p14:creationId xmlns:p14="http://schemas.microsoft.com/office/powerpoint/2010/main" val="3035790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FC51-7C27-258E-47C2-7380BFB66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User&amp;Group Permissions </a:t>
            </a:r>
            <a:r>
              <a:rPr lang="en-CH" dirty="0"/>
              <a:t>–</a:t>
            </a:r>
            <a:r>
              <a:rPr lang="en-CH" b="1" dirty="0"/>
              <a:t> </a:t>
            </a:r>
            <a:r>
              <a:rPr lang="en-CH" dirty="0"/>
              <a:t>display infos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37278-8B57-D14B-DD2F-4776340D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CH" dirty="0"/>
              <a:t>display permission of a file</a:t>
            </a:r>
          </a:p>
          <a:p>
            <a:pPr marL="0" indent="0">
              <a:buNone/>
            </a:pPr>
            <a:r>
              <a:rPr lang="en-CH" dirty="0"/>
              <a:t>	ls –l </a:t>
            </a:r>
            <a:r>
              <a:rPr lang="en-CH" i="1" dirty="0"/>
              <a:t>[filename]</a:t>
            </a:r>
            <a:r>
              <a:rPr lang="en-CH" dirty="0"/>
              <a:t>			display permissions of a file in one line</a:t>
            </a:r>
          </a:p>
          <a:p>
            <a:pPr marL="0" indent="0">
              <a:buNone/>
            </a:pPr>
            <a:r>
              <a:rPr lang="en-CH" dirty="0"/>
              <a:t>	stat </a:t>
            </a:r>
            <a:r>
              <a:rPr lang="en-CH" i="1" dirty="0"/>
              <a:t>[filename]</a:t>
            </a:r>
            <a:r>
              <a:rPr lang="en-CH" dirty="0"/>
              <a:t>			display details of a file (permissions, size, …)</a:t>
            </a:r>
          </a:p>
          <a:p>
            <a:pPr marL="0" indent="0">
              <a:buNone/>
            </a:pPr>
            <a:r>
              <a:rPr lang="en-CH" dirty="0"/>
              <a:t>display about user</a:t>
            </a:r>
          </a:p>
          <a:p>
            <a:pPr marL="0" indent="0">
              <a:buNone/>
            </a:pPr>
            <a:r>
              <a:rPr lang="en-CH" dirty="0"/>
              <a:t>	who				display the users loged-on</a:t>
            </a:r>
          </a:p>
          <a:p>
            <a:pPr marL="0" indent="0">
              <a:buNone/>
            </a:pPr>
            <a:r>
              <a:rPr lang="en-CH" dirty="0"/>
              <a:t>	whoami				display the actual user</a:t>
            </a:r>
          </a:p>
          <a:p>
            <a:pPr marL="0" indent="0">
              <a:buNone/>
            </a:pPr>
            <a:r>
              <a:rPr lang="en-CH" dirty="0"/>
              <a:t>	users				display all the users logged in</a:t>
            </a:r>
          </a:p>
          <a:p>
            <a:pPr marL="0" indent="0">
              <a:buNone/>
            </a:pPr>
            <a:r>
              <a:rPr lang="en-CH" dirty="0"/>
              <a:t>	 groups </a:t>
            </a:r>
            <a:r>
              <a:rPr lang="en-CH" i="1" dirty="0"/>
              <a:t>[user]</a:t>
            </a:r>
            <a:r>
              <a:rPr lang="en-CH" dirty="0"/>
              <a:t>			display all the groups the user is in</a:t>
            </a:r>
          </a:p>
          <a:p>
            <a:pPr marL="0" indent="0">
              <a:buNone/>
            </a:pPr>
            <a:r>
              <a:rPr lang="en-CH" dirty="0"/>
              <a:t>	id </a:t>
            </a:r>
            <a:r>
              <a:rPr lang="en-CH" i="1" dirty="0"/>
              <a:t>[username]</a:t>
            </a:r>
            <a:r>
              <a:rPr lang="en-CH" dirty="0"/>
              <a:t>			display all the groups the user is in &amp; the uid &amp; gid</a:t>
            </a:r>
          </a:p>
          <a:p>
            <a:pPr marL="0" indent="0">
              <a:buNone/>
            </a:pPr>
            <a:r>
              <a:rPr lang="en-CH" dirty="0"/>
              <a:t>	getent passwd </a:t>
            </a:r>
            <a:r>
              <a:rPr lang="en-CH" i="1" dirty="0"/>
              <a:t>[username]</a:t>
            </a:r>
            <a:r>
              <a:rPr lang="en-CH" dirty="0"/>
              <a:t>		display all details about the user (also the shell)</a:t>
            </a:r>
          </a:p>
          <a:p>
            <a:pPr marL="0" indent="0">
              <a:buNone/>
            </a:pPr>
            <a:r>
              <a:rPr lang="en-CH" dirty="0"/>
              <a:t>display about group</a:t>
            </a:r>
          </a:p>
          <a:p>
            <a:pPr marL="0" indent="0">
              <a:buNone/>
            </a:pPr>
            <a:r>
              <a:rPr lang="en-CH" dirty="0"/>
              <a:t>	getent group			display all the existing groups with members</a:t>
            </a:r>
          </a:p>
          <a:p>
            <a:pPr marL="0" indent="0">
              <a:buNone/>
            </a:pPr>
            <a:r>
              <a:rPr lang="en-CH" dirty="0"/>
              <a:t>	getent group </a:t>
            </a:r>
            <a:r>
              <a:rPr lang="en-CH" i="1" dirty="0"/>
              <a:t>[group_name]</a:t>
            </a:r>
            <a:r>
              <a:rPr lang="en-CH" dirty="0"/>
              <a:t>		display only the group with members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	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9832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FCAF-7CE3-3DB5-A781-181904A9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User&amp;Group Permissions </a:t>
            </a:r>
            <a:r>
              <a:rPr lang="en-CH" dirty="0"/>
              <a:t>–</a:t>
            </a:r>
            <a:r>
              <a:rPr lang="en-CH" b="1" dirty="0"/>
              <a:t> </a:t>
            </a:r>
            <a:r>
              <a:rPr lang="en-CH" dirty="0"/>
              <a:t>manage users/groups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FDBD9-AA4B-32F1-65A5-86F3F6164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CH" dirty="0"/>
              <a:t>users</a:t>
            </a:r>
          </a:p>
          <a:p>
            <a:pPr marL="0" indent="0">
              <a:buNone/>
            </a:pPr>
            <a:r>
              <a:rPr lang="en-CH" dirty="0"/>
              <a:t>	sudo useradd –m –s /bin/bash </a:t>
            </a:r>
            <a:r>
              <a:rPr lang="en-CH" i="1" dirty="0"/>
              <a:t>[new_usr_name]</a:t>
            </a:r>
            <a:r>
              <a:rPr lang="en-CH" dirty="0"/>
              <a:t>	create new user (-m = create a home dir for user, 							-s = give a shell to the user) -&gt; best for 								system/service account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CH" b="1" dirty="0"/>
              <a:t>sudo adduser </a:t>
            </a:r>
            <a:r>
              <a:rPr lang="en-CH" i="1" dirty="0"/>
              <a:t>[new_user_name]	</a:t>
            </a:r>
            <a:r>
              <a:rPr lang="en-CH" dirty="0"/>
              <a:t>		create new user with home dir, etc. -&gt; best for 							human user (friendly way)</a:t>
            </a:r>
          </a:p>
          <a:p>
            <a:pPr marL="0" indent="0">
              <a:buNone/>
            </a:pPr>
            <a:r>
              <a:rPr lang="en-CH" dirty="0"/>
              <a:t>	sudo adduser </a:t>
            </a:r>
            <a:r>
              <a:rPr lang="en-CH" i="1" dirty="0"/>
              <a:t>[user_name] [group_name]</a:t>
            </a:r>
            <a:r>
              <a:rPr lang="en-CH" dirty="0"/>
              <a:t>		add a existing user to a group</a:t>
            </a:r>
          </a:p>
          <a:p>
            <a:pPr marL="0" indent="0">
              <a:buNone/>
            </a:pPr>
            <a:r>
              <a:rPr lang="en-CH" dirty="0"/>
              <a:t>	sudo passwd </a:t>
            </a:r>
            <a:r>
              <a:rPr lang="en-CH" i="1" dirty="0"/>
              <a:t>[username]</a:t>
            </a:r>
            <a:r>
              <a:rPr lang="en-CH" dirty="0"/>
              <a:t>			add/change passwd of the user</a:t>
            </a:r>
          </a:p>
          <a:p>
            <a:pPr marL="0" indent="0">
              <a:buNone/>
            </a:pPr>
            <a:r>
              <a:rPr lang="en-CH" dirty="0"/>
              <a:t>	sudo userdel –r </a:t>
            </a:r>
            <a:r>
              <a:rPr lang="en-CH" i="1" dirty="0"/>
              <a:t>[username]</a:t>
            </a:r>
            <a:r>
              <a:rPr lang="en-CH" dirty="0"/>
              <a:t>			delete username (-r = 										delete also home dir of user)</a:t>
            </a:r>
          </a:p>
          <a:p>
            <a:pPr marL="0" indent="0">
              <a:buNone/>
            </a:pPr>
            <a:r>
              <a:rPr lang="en-CH" dirty="0"/>
              <a:t>	sudo pkill –u </a:t>
            </a:r>
            <a:r>
              <a:rPr lang="en-CH" i="1" dirty="0"/>
              <a:t>[username]</a:t>
            </a:r>
            <a:r>
              <a:rPr lang="en-CH" dirty="0"/>
              <a:t>			kill all proc of the user</a:t>
            </a:r>
          </a:p>
          <a:p>
            <a:pPr marL="0" indent="0">
              <a:buNone/>
            </a:pPr>
            <a:r>
              <a:rPr lang="en-CH" dirty="0"/>
              <a:t>	ps –u </a:t>
            </a:r>
            <a:r>
              <a:rPr lang="en-CH" i="1" dirty="0"/>
              <a:t>[username]</a:t>
            </a:r>
            <a:r>
              <a:rPr lang="en-CH" dirty="0"/>
              <a:t>				show the proc of the user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groups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CH" b="1" dirty="0"/>
              <a:t>sudo addgroup</a:t>
            </a:r>
            <a:r>
              <a:rPr lang="en-CH" dirty="0"/>
              <a:t> </a:t>
            </a:r>
            <a:r>
              <a:rPr lang="en-CH" i="1" dirty="0"/>
              <a:t>[new_grp_name]</a:t>
            </a:r>
            <a:r>
              <a:rPr lang="en-CH" dirty="0"/>
              <a:t>			create a </a:t>
            </a:r>
            <a:r>
              <a:rPr lang="en-CH"/>
              <a:t>new group</a:t>
            </a:r>
            <a:r>
              <a:rPr lang="fr-CH" dirty="0"/>
              <a:t> (friendly way)</a:t>
            </a:r>
          </a:p>
          <a:p>
            <a:pPr marL="0" indent="0">
              <a:buNone/>
            </a:pPr>
            <a:r>
              <a:rPr lang="fr-CH" dirty="0"/>
              <a:t>	sugo groupadd </a:t>
            </a:r>
            <a:r>
              <a:rPr lang="fr-CH" i="1" dirty="0"/>
              <a:t> [new_grp_name]			</a:t>
            </a:r>
            <a:r>
              <a:rPr lang="fr-CH" dirty="0"/>
              <a:t>create a new group </a:t>
            </a:r>
            <a:endParaRPr lang="en-CH" dirty="0"/>
          </a:p>
          <a:p>
            <a:pPr marL="0" indent="0">
              <a:buNone/>
            </a:pPr>
            <a:r>
              <a:rPr lang="en-CH" dirty="0"/>
              <a:t>	sudo groupdel </a:t>
            </a:r>
            <a:r>
              <a:rPr lang="en-CH" i="1" dirty="0"/>
              <a:t>[grp_name]</a:t>
            </a:r>
            <a:r>
              <a:rPr lang="en-CH" dirty="0"/>
              <a:t>			delete the group</a:t>
            </a:r>
          </a:p>
        </p:txBody>
      </p:sp>
    </p:spTree>
    <p:extLst>
      <p:ext uri="{BB962C8B-B14F-4D97-AF65-F5344CB8AC3E}">
        <p14:creationId xmlns:p14="http://schemas.microsoft.com/office/powerpoint/2010/main" val="2504540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BB85-5142-DF63-59C7-C6B2DCBA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User&amp;Group Permissions </a:t>
            </a:r>
            <a:r>
              <a:rPr lang="en-CH" dirty="0"/>
              <a:t>- usermod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48A0-1010-6A4D-C051-3A2B15E2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H" dirty="0"/>
              <a:t>sudo usermod -aG </a:t>
            </a:r>
            <a:r>
              <a:rPr lang="en-CH" i="1" dirty="0"/>
              <a:t>[grp_1,grp_2, …] [username]</a:t>
            </a:r>
            <a:r>
              <a:rPr lang="en-CH" dirty="0"/>
              <a:t>		add user to new 										group(s) (-a for append, 									necessarly, otw replace all users in 								group)</a:t>
            </a:r>
          </a:p>
          <a:p>
            <a:pPr marL="0" indent="0">
              <a:buNone/>
            </a:pPr>
            <a:r>
              <a:rPr lang="en-CH" dirty="0"/>
              <a:t>sudo usermod  -g </a:t>
            </a:r>
            <a:r>
              <a:rPr lang="en-CH" i="1" dirty="0"/>
              <a:t>[new_grp] [username]</a:t>
            </a:r>
            <a:r>
              <a:rPr lang="en-CH" dirty="0"/>
              <a:t>			give a new primary grp to 									the user</a:t>
            </a:r>
          </a:p>
          <a:p>
            <a:pPr marL="0" indent="0">
              <a:buNone/>
            </a:pPr>
            <a:r>
              <a:rPr lang="en-CH" dirty="0"/>
              <a:t>sudo usermod –s /bin/bash </a:t>
            </a:r>
            <a:r>
              <a:rPr lang="en-CH" i="1" dirty="0"/>
              <a:t>[username]</a:t>
            </a:r>
            <a:r>
              <a:rPr lang="en-CH" dirty="0"/>
              <a:t>			change the default login shell to the 								user</a:t>
            </a:r>
          </a:p>
          <a:p>
            <a:pPr marL="0" indent="0">
              <a:buNone/>
            </a:pPr>
            <a:r>
              <a:rPr lang="en-CH" dirty="0"/>
              <a:t>sudo usermod –s /sbin/nologin </a:t>
            </a:r>
            <a:r>
              <a:rPr lang="en-CH" i="1" dirty="0"/>
              <a:t>[username]</a:t>
            </a:r>
            <a:r>
              <a:rPr lang="en-CH" dirty="0"/>
              <a:t>			set no possible login to a shell for 							</a:t>
            </a:r>
            <a:r>
              <a:rPr lang="en-CH"/>
              <a:t>	the </a:t>
            </a:r>
            <a:r>
              <a:rPr lang="en-CH" dirty="0"/>
              <a:t>user</a:t>
            </a:r>
          </a:p>
          <a:p>
            <a:pPr marL="0" indent="0">
              <a:buNone/>
            </a:pPr>
            <a:r>
              <a:rPr lang="en-CH" dirty="0"/>
              <a:t>sudo usermod –l </a:t>
            </a:r>
            <a:r>
              <a:rPr lang="en-CH" i="1" dirty="0"/>
              <a:t>[new_name] [old_name]	</a:t>
            </a:r>
            <a:r>
              <a:rPr lang="en-CH" dirty="0"/>
              <a:t>		change name of the user</a:t>
            </a:r>
          </a:p>
          <a:p>
            <a:pPr marL="0" indent="0">
              <a:buNone/>
            </a:pPr>
            <a:r>
              <a:rPr lang="en-CH" dirty="0"/>
              <a:t>sudo usermod –d </a:t>
            </a:r>
            <a:r>
              <a:rPr lang="en-CH" i="1" dirty="0"/>
              <a:t>[new_dir_path] </a:t>
            </a:r>
            <a:r>
              <a:rPr lang="en-CH" dirty="0"/>
              <a:t>–m </a:t>
            </a:r>
            <a:r>
              <a:rPr lang="en-CH" i="1" dirty="0"/>
              <a:t>[username]</a:t>
            </a:r>
            <a:r>
              <a:rPr lang="en-CH" dirty="0"/>
              <a:t>		move the home dir of a user and 								move files automatically (with –m)</a:t>
            </a:r>
          </a:p>
          <a:p>
            <a:pPr marL="0" indent="0">
              <a:buNone/>
            </a:pPr>
            <a:r>
              <a:rPr lang="en-CH" dirty="0"/>
              <a:t>sudo usermod –L </a:t>
            </a:r>
            <a:r>
              <a:rPr lang="en-CH" i="1" dirty="0"/>
              <a:t>[username]</a:t>
            </a:r>
            <a:r>
              <a:rPr lang="en-CH" dirty="0"/>
              <a:t>				lock a user</a:t>
            </a:r>
          </a:p>
          <a:p>
            <a:pPr marL="0" indent="0">
              <a:buNone/>
            </a:pPr>
            <a:r>
              <a:rPr lang="en-CH" dirty="0"/>
              <a:t>sudo usermod  -f 0 </a:t>
            </a:r>
            <a:r>
              <a:rPr lang="en-CH" i="1" dirty="0"/>
              <a:t>[username]</a:t>
            </a:r>
            <a:r>
              <a:rPr lang="en-CH" dirty="0"/>
              <a:t>				force to change password to user 								on next login</a:t>
            </a:r>
          </a:p>
        </p:txBody>
      </p:sp>
    </p:spTree>
    <p:extLst>
      <p:ext uri="{BB962C8B-B14F-4D97-AF65-F5344CB8AC3E}">
        <p14:creationId xmlns:p14="http://schemas.microsoft.com/office/powerpoint/2010/main" val="54260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83AC-DF49-1213-B69B-C3330987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Computer specs </a:t>
            </a:r>
            <a:r>
              <a:rPr lang="en-CH" dirty="0"/>
              <a:t>– display it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D26A5-07B8-5204-EDA3-2A64BBC63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fr-CH" b="1" dirty="0"/>
              <a:t>GENERAL</a:t>
            </a:r>
          </a:p>
          <a:p>
            <a:pPr marL="0" indent="0">
              <a:buNone/>
            </a:pPr>
            <a:r>
              <a:rPr lang="en-CH"/>
              <a:t>uname –a				</a:t>
            </a:r>
            <a:r>
              <a:rPr lang="fr-CH" dirty="0"/>
              <a:t>	</a:t>
            </a:r>
            <a:r>
              <a:rPr lang="en-CH"/>
              <a:t>displays details about the machine &amp; linux system 	(-a for all)</a:t>
            </a:r>
            <a:endParaRPr lang="fr-CH" dirty="0"/>
          </a:p>
          <a:p>
            <a:pPr marL="0" indent="0">
              <a:buNone/>
            </a:pPr>
            <a:r>
              <a:rPr lang="fr-CH" b="1" dirty="0"/>
              <a:t>MEMORY</a:t>
            </a:r>
          </a:p>
          <a:p>
            <a:pPr marL="0" indent="0">
              <a:buNone/>
            </a:pPr>
            <a:r>
              <a:rPr lang="en-CH"/>
              <a:t>lsblk					displays the partitions of the disk (block device)</a:t>
            </a:r>
            <a:endParaRPr lang="fr-CH" dirty="0"/>
          </a:p>
          <a:p>
            <a:pPr marL="0" indent="0">
              <a:buNone/>
            </a:pPr>
            <a:r>
              <a:rPr lang="fr-CH" b="1" dirty="0"/>
              <a:t>DISK</a:t>
            </a:r>
          </a:p>
          <a:p>
            <a:pPr marL="0" indent="0">
              <a:buNone/>
            </a:pPr>
            <a:r>
              <a:rPr lang="en-CH"/>
              <a:t>df					display the free/used/total space on the disk</a:t>
            </a:r>
          </a:p>
          <a:p>
            <a:pPr marL="0" indent="0">
              <a:buNone/>
            </a:pPr>
            <a:r>
              <a:rPr lang="en-CH"/>
              <a:t>df –BM					same but shows it in megabits</a:t>
            </a:r>
            <a:endParaRPr lang="fr-CH" dirty="0"/>
          </a:p>
          <a:p>
            <a:pPr marL="0" indent="0">
              <a:buNone/>
            </a:pPr>
            <a:r>
              <a:rPr lang="fr-CH" b="1" dirty="0"/>
              <a:t>CPU</a:t>
            </a:r>
            <a:endParaRPr lang="en-CH" b="1" dirty="0"/>
          </a:p>
          <a:p>
            <a:pPr marL="0" indent="0">
              <a:buNone/>
            </a:pPr>
            <a:r>
              <a:rPr lang="en-CH" dirty="0"/>
              <a:t>lscpu					display infos about the cpu(s)</a:t>
            </a:r>
          </a:p>
          <a:p>
            <a:pPr marL="0" indent="0">
              <a:buNone/>
            </a:pPr>
            <a:r>
              <a:rPr lang="en-CH" dirty="0"/>
              <a:t>vmstat </a:t>
            </a:r>
            <a:r>
              <a:rPr lang="en-CH" i="1" dirty="0"/>
              <a:t>[delay] [nb_of_occurence]</a:t>
            </a:r>
            <a:r>
              <a:rPr lang="en-CH" dirty="0"/>
              <a:t>	</a:t>
            </a:r>
            <a:r>
              <a:rPr lang="en-CH"/>
              <a:t>	</a:t>
            </a:r>
            <a:r>
              <a:rPr lang="fr-CH" dirty="0"/>
              <a:t>	</a:t>
            </a:r>
            <a:r>
              <a:rPr lang="en-CH"/>
              <a:t>displays </a:t>
            </a:r>
            <a:r>
              <a:rPr lang="en-CH" dirty="0"/>
              <a:t>processes, memory, disk, cpu infos</a:t>
            </a:r>
          </a:p>
          <a:p>
            <a:pPr marL="0" indent="0">
              <a:buNone/>
            </a:pPr>
            <a:r>
              <a:rPr lang="en-CH" dirty="0"/>
              <a:t>vmstat 1 2 | tail -1				best usage to have actual usages</a:t>
            </a:r>
          </a:p>
          <a:p>
            <a:pPr marL="0" indent="0">
              <a:buNone/>
            </a:pPr>
            <a:r>
              <a:rPr lang="en-CH" dirty="0"/>
              <a:t>					</a:t>
            </a:r>
            <a:r>
              <a:rPr lang="en-CH" dirty="0">
                <a:sym typeface="Wingdings" pitchFamily="2" charset="2"/>
              </a:rPr>
              <a:t> first line is an average since booting, from 2nd line, </a:t>
            </a:r>
            <a:r>
              <a:rPr lang="en-CH">
                <a:sym typeface="Wingdings" pitchFamily="2" charset="2"/>
              </a:rPr>
              <a:t>its average </a:t>
            </a:r>
            <a:r>
              <a:rPr lang="en-CH" dirty="0">
                <a:sym typeface="Wingdings" pitchFamily="2" charset="2"/>
              </a:rPr>
              <a:t>of last second)</a:t>
            </a:r>
            <a:endParaRPr lang="en-CH" dirty="0"/>
          </a:p>
          <a:p>
            <a:pPr marL="0" indent="0">
              <a:buNone/>
            </a:pPr>
            <a:r>
              <a:rPr lang="en-CH"/>
              <a:t>nproc					display the actuel number of processing units available</a:t>
            </a:r>
            <a:r>
              <a:rPr lang="fr-CH" dirty="0"/>
              <a:t> (! Not  the nb of vCPU(s))</a:t>
            </a:r>
          </a:p>
          <a:p>
            <a:pPr marL="0" indent="0">
              <a:buNone/>
            </a:pPr>
            <a:r>
              <a:rPr lang="fr-CH" b="1" dirty="0"/>
              <a:t>TCP</a:t>
            </a:r>
            <a:endParaRPr lang="en-CH" b="1"/>
          </a:p>
          <a:p>
            <a:pPr marL="0" indent="0">
              <a:buNone/>
            </a:pPr>
            <a:r>
              <a:rPr lang="en-CH"/>
              <a:t>ss </a:t>
            </a:r>
            <a:r>
              <a:rPr lang="en-CH" dirty="0"/>
              <a:t>-ta					display sockets (-t </a:t>
            </a:r>
            <a:r>
              <a:rPr lang="en-CH" dirty="0">
                <a:sym typeface="Wingdings" pitchFamily="2" charset="2"/>
              </a:rPr>
              <a:t> tcp socket, -a  </a:t>
            </a:r>
            <a:r>
              <a:rPr lang="en-CH">
                <a:sym typeface="Wingdings" pitchFamily="2" charset="2"/>
              </a:rPr>
              <a:t>all)</a:t>
            </a:r>
            <a:endParaRPr lang="fr-CH" dirty="0">
              <a:sym typeface="Wingdings" pitchFamily="2" charset="2"/>
            </a:endParaRPr>
          </a:p>
          <a:p>
            <a:pPr marL="0" indent="0">
              <a:buNone/>
            </a:pPr>
            <a:r>
              <a:rPr lang="fr-CH" dirty="0">
                <a:sym typeface="Wingdings" pitchFamily="2" charset="2"/>
              </a:rPr>
              <a:t>IP infos</a:t>
            </a:r>
          </a:p>
          <a:p>
            <a:pPr marL="0" indent="0">
              <a:buNone/>
            </a:pPr>
            <a:r>
              <a:rPr lang="fr-CH">
                <a:sym typeface="Wingdings" pitchFamily="2" charset="2"/>
              </a:rPr>
              <a:t>ip link					displays IP infos</a:t>
            </a:r>
            <a:endParaRPr lang="en-CH" dirty="0">
              <a:sym typeface="Wingdings" pitchFamily="2" charset="2"/>
            </a:endParaRP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	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510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36FF-8A1C-2269-5420-411808C6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Computer specs </a:t>
            </a:r>
            <a:r>
              <a:rPr lang="en-CH" dirty="0"/>
              <a:t>– display it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14D2E-60A8-184C-3CCF-F6B3239E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sz="2000" dirty="0"/>
              <a:t>hostname						displays name of hostname</a:t>
            </a:r>
          </a:p>
          <a:p>
            <a:pPr marL="0" indent="0">
              <a:buNone/>
            </a:pPr>
            <a:r>
              <a:rPr lang="en-CH" sz="2000" dirty="0"/>
              <a:t>hostname –</a:t>
            </a:r>
            <a:r>
              <a:rPr lang="en-GB" sz="2000" dirty="0"/>
              <a:t>i</a:t>
            </a:r>
            <a:r>
              <a:rPr lang="en-CH" sz="2000" dirty="0"/>
              <a:t>						displays </a:t>
            </a:r>
            <a:r>
              <a:rPr lang="en-CH" sz="2000"/>
              <a:t>ip hostname</a:t>
            </a:r>
            <a:endParaRPr lang="fr-CH" sz="2000" dirty="0"/>
          </a:p>
          <a:p>
            <a:pPr marL="0" indent="0">
              <a:buNone/>
            </a:pPr>
            <a:r>
              <a:rPr lang="fr-CH" sz="2000" dirty="0"/>
              <a:t>hostname [new_temp_hostname]			change temporarly the hostname</a:t>
            </a:r>
            <a:endParaRPr lang="en-CH" sz="2000" dirty="0"/>
          </a:p>
          <a:p>
            <a:pPr marL="0" indent="0">
              <a:buNone/>
            </a:pPr>
            <a:r>
              <a:rPr lang="en-CH" sz="2000" dirty="0"/>
              <a:t>sudo hostnamectl					displays detail about 									the </a:t>
            </a:r>
            <a:r>
              <a:rPr lang="en-CH" sz="2000"/>
              <a:t>system hostname</a:t>
            </a:r>
            <a:r>
              <a:rPr lang="fr-CH" sz="2000" dirty="0"/>
              <a:t> (static)</a:t>
            </a:r>
            <a:endParaRPr lang="en-CH" sz="2000" dirty="0"/>
          </a:p>
          <a:p>
            <a:pPr marL="0" indent="0">
              <a:buNone/>
            </a:pPr>
            <a:r>
              <a:rPr lang="en-CH" sz="2000" dirty="0"/>
              <a:t>sudo </a:t>
            </a:r>
            <a:r>
              <a:rPr lang="en-GB" sz="2000" dirty="0" err="1"/>
              <a:t>hostnamectl</a:t>
            </a:r>
            <a:r>
              <a:rPr lang="en-GB" sz="2000" dirty="0"/>
              <a:t> set-hostname </a:t>
            </a:r>
            <a:r>
              <a:rPr lang="en-GB" sz="2000" i="1" dirty="0"/>
              <a:t>[new-hostname]</a:t>
            </a:r>
            <a:r>
              <a:rPr lang="en-GB" sz="2000" dirty="0"/>
              <a:t>		change the hostname</a:t>
            </a:r>
            <a:r>
              <a:rPr lang="fr-CH" sz="2000" dirty="0"/>
              <a:t> (static)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!! also change the /etc/hosts file !!</a:t>
            </a:r>
          </a:p>
          <a:p>
            <a:pPr marL="0" indent="0">
              <a:buNone/>
            </a:pPr>
            <a:r>
              <a:rPr lang="en-GB" sz="2000" dirty="0"/>
              <a:t>top							display full detailed 									</a:t>
            </a:r>
            <a:r>
              <a:rPr lang="en-GB" sz="2000" dirty="0" err="1"/>
              <a:t>cmd</a:t>
            </a:r>
            <a:r>
              <a:rPr lang="en-GB" sz="2000" dirty="0"/>
              <a:t> process, </a:t>
            </a:r>
            <a:r>
              <a:rPr lang="en-GB" sz="2000" dirty="0" err="1"/>
              <a:t>cpu</a:t>
            </a:r>
            <a:r>
              <a:rPr lang="en-GB" sz="2000" dirty="0"/>
              <a:t> usage</a:t>
            </a:r>
          </a:p>
          <a:p>
            <a:pPr marL="0" indent="0">
              <a:buNone/>
            </a:pPr>
            <a:r>
              <a:rPr lang="en-GB" sz="2000" dirty="0"/>
              <a:t>who –b							display the last system boot</a:t>
            </a:r>
          </a:p>
          <a:p>
            <a:pPr marL="0" indent="0">
              <a:buNone/>
            </a:pPr>
            <a:r>
              <a:rPr lang="en-GB" sz="2000" dirty="0" err="1"/>
              <a:t>shasum</a:t>
            </a:r>
            <a:r>
              <a:rPr lang="en-GB" sz="2000" dirty="0"/>
              <a:t>							print/check signatures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516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9D3D-3C22-5FC1-07E5-C1E5F63D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awk</a:t>
            </a:r>
            <a:r>
              <a:rPr lang="en-CH" dirty="0"/>
              <a:t> -  filtering &amp; scan datas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A9DCA-7D5A-EB54-7576-5D55636DA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CH" dirty="0"/>
              <a:t>Basic Syntax</a:t>
            </a:r>
          </a:p>
          <a:p>
            <a:pPr marL="0" indent="0">
              <a:buNone/>
            </a:pPr>
            <a:r>
              <a:rPr lang="en-CH" dirty="0"/>
              <a:t>	awk </a:t>
            </a:r>
            <a:r>
              <a:rPr lang="en-CH" i="1" dirty="0"/>
              <a:t>[option] </a:t>
            </a:r>
            <a:r>
              <a:rPr lang="en-CH" dirty="0"/>
              <a:t>‘</a:t>
            </a:r>
            <a:r>
              <a:rPr lang="en-CH" i="1" dirty="0"/>
              <a:t>[pattern] </a:t>
            </a:r>
            <a:r>
              <a:rPr lang="en-CH" dirty="0"/>
              <a:t>{</a:t>
            </a:r>
            <a:r>
              <a:rPr lang="en-CH" i="1" dirty="0"/>
              <a:t>[action]</a:t>
            </a:r>
            <a:r>
              <a:rPr lang="en-CH" dirty="0"/>
              <a:t>}’ </a:t>
            </a:r>
            <a:r>
              <a:rPr lang="en-CH" i="1" dirty="0"/>
              <a:t>[input_file]</a:t>
            </a:r>
            <a:r>
              <a:rPr lang="en-CH" dirty="0"/>
              <a:t> &gt; </a:t>
            </a:r>
            <a:r>
              <a:rPr lang="en-CH" i="1" dirty="0"/>
              <a:t>[output_file]</a:t>
            </a:r>
          </a:p>
          <a:p>
            <a:pPr marL="0" indent="0">
              <a:buNone/>
            </a:pPr>
            <a:endParaRPr lang="en-CH" i="1" dirty="0"/>
          </a:p>
          <a:p>
            <a:pPr marL="0" indent="0">
              <a:buNone/>
            </a:pPr>
            <a:r>
              <a:rPr lang="en-CH" dirty="0"/>
              <a:t>1) print specific columns of datas, with specific separator, from a cmd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CH" i="1" dirty="0"/>
              <a:t>[cmd] </a:t>
            </a:r>
            <a:r>
              <a:rPr lang="en-CH" dirty="0"/>
              <a:t>| awk –F “:” ‘{print $1,“\t”,$4 }’			-F ”</a:t>
            </a:r>
            <a:r>
              <a:rPr lang="en-CH" i="1" dirty="0"/>
              <a:t>[separator]</a:t>
            </a:r>
            <a:r>
              <a:rPr lang="en-CH" dirty="0"/>
              <a:t>” </a:t>
            </a:r>
            <a:r>
              <a:rPr lang="en-CH" dirty="0">
                <a:sym typeface="Wingdings" pitchFamily="2" charset="2"/>
              </a:rPr>
              <a:t> set the separator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						$[columns_numb]  which column to print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						(in action zone) : “[string]”   chars to print</a:t>
            </a:r>
          </a:p>
          <a:p>
            <a:pPr marL="0" indent="0">
              <a:buNone/>
            </a:pPr>
            <a:r>
              <a:rPr lang="en-CH" dirty="0"/>
              <a:t>2) add a regex in the awk function</a:t>
            </a:r>
          </a:p>
          <a:p>
            <a:pPr marL="0" indent="0">
              <a:buNone/>
            </a:pPr>
            <a:r>
              <a:rPr lang="en-CH" dirty="0"/>
              <a:t>	ls –la | awk –F” “ </a:t>
            </a:r>
            <a:r>
              <a:rPr lang="en-CH" b="1" dirty="0"/>
              <a:t>‘/^d/ </a:t>
            </a:r>
            <a:r>
              <a:rPr lang="en-CH" dirty="0"/>
              <a:t>{print $NF}’				regex : /[pattern]/</a:t>
            </a:r>
          </a:p>
          <a:p>
            <a:pPr marL="0" indent="0">
              <a:buNone/>
            </a:pPr>
            <a:r>
              <a:rPr lang="en-CH" dirty="0"/>
              <a:t>		</a:t>
            </a:r>
            <a:r>
              <a:rPr lang="en-CH" dirty="0">
                <a:sym typeface="Wingdings" pitchFamily="2" charset="2"/>
              </a:rPr>
              <a:t> filter me all lines starts with “d”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3) filter a file (not a cmd) &amp; add condition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awk –F”:” </a:t>
            </a:r>
            <a:r>
              <a:rPr lang="en-CH" dirty="0">
                <a:solidFill>
                  <a:schemeClr val="accent6"/>
                </a:solidFill>
                <a:sym typeface="Wingdings" pitchFamily="2" charset="2"/>
              </a:rPr>
              <a:t>‘$3 &gt;= 1000</a:t>
            </a:r>
            <a:r>
              <a:rPr lang="en-CH" dirty="0">
                <a:sym typeface="Wingdings" pitchFamily="2" charset="2"/>
              </a:rPr>
              <a:t> {print $1}’ </a:t>
            </a:r>
            <a:r>
              <a:rPr lang="en-CH" b="1" dirty="0">
                <a:solidFill>
                  <a:schemeClr val="accent2"/>
                </a:solidFill>
                <a:sym typeface="Wingdings" pitchFamily="2" charset="2"/>
              </a:rPr>
              <a:t>/etc/passwd	</a:t>
            </a:r>
            <a:r>
              <a:rPr lang="en-CH" b="1" dirty="0">
                <a:sym typeface="Wingdings" pitchFamily="2" charset="2"/>
              </a:rPr>
              <a:t>	</a:t>
            </a:r>
            <a:r>
              <a:rPr lang="en-CH" dirty="0">
                <a:solidFill>
                  <a:schemeClr val="accent2"/>
                </a:solidFill>
                <a:sym typeface="Wingdings" pitchFamily="2" charset="2"/>
              </a:rPr>
              <a:t> file at the end</a:t>
            </a:r>
          </a:p>
          <a:p>
            <a:pPr marL="0" indent="0">
              <a:buNone/>
            </a:pPr>
            <a:r>
              <a:rPr lang="en-CH" dirty="0">
                <a:solidFill>
                  <a:schemeClr val="accent2"/>
                </a:solidFill>
              </a:rPr>
              <a:t>							</a:t>
            </a:r>
            <a:r>
              <a:rPr lang="en-CH" dirty="0">
                <a:solidFill>
                  <a:schemeClr val="accent6"/>
                </a:solidFill>
                <a:sym typeface="Wingdings" pitchFamily="2" charset="2"/>
              </a:rPr>
              <a:t> do the action if $3 is &gt;= than 1000</a:t>
            </a:r>
          </a:p>
        </p:txBody>
      </p:sp>
    </p:spTree>
    <p:extLst>
      <p:ext uri="{BB962C8B-B14F-4D97-AF65-F5344CB8AC3E}">
        <p14:creationId xmlns:p14="http://schemas.microsoft.com/office/powerpoint/2010/main" val="181405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D197-9059-3040-00F5-3A99F9DE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awk</a:t>
            </a:r>
            <a:r>
              <a:rPr lang="en-CH" dirty="0"/>
              <a:t>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7544-F465-85AB-D773-6D09E0E47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GB" sz="3000" dirty="0"/>
              <a:t>awk '</a:t>
            </a:r>
            <a:r>
              <a:rPr lang="en-GB" sz="3000" dirty="0">
                <a:solidFill>
                  <a:schemeClr val="accent2"/>
                </a:solidFill>
              </a:rPr>
              <a:t>BEGIN{FS=":";OFS="&gt;&gt;";count=0} </a:t>
            </a:r>
            <a:r>
              <a:rPr lang="en-GB" sz="3000" dirty="0">
                <a:solidFill>
                  <a:schemeClr val="accent3"/>
                </a:solidFill>
              </a:rPr>
              <a:t>$3&gt;=1000{print $1,$6,$7;count++} </a:t>
            </a:r>
            <a:r>
              <a:rPr lang="en-GB" sz="3000" dirty="0">
                <a:solidFill>
                  <a:schemeClr val="accent4"/>
                </a:solidFill>
              </a:rPr>
              <a:t>END{OFS=" ";print "Total =",count}</a:t>
            </a:r>
            <a:r>
              <a:rPr lang="en-GB" sz="3000" dirty="0"/>
              <a:t>'</a:t>
            </a:r>
            <a:r>
              <a:rPr lang="en-GB" sz="3000" dirty="0">
                <a:solidFill>
                  <a:schemeClr val="accent4"/>
                </a:solidFill>
              </a:rPr>
              <a:t> </a:t>
            </a:r>
            <a:r>
              <a:rPr lang="en-GB" sz="3000" dirty="0">
                <a:solidFill>
                  <a:schemeClr val="accent5"/>
                </a:solidFill>
              </a:rPr>
              <a:t>/etc/passwd</a:t>
            </a:r>
          </a:p>
          <a:p>
            <a:pPr marL="0" indent="0" algn="ctr">
              <a:buNone/>
            </a:pPr>
            <a:endParaRPr lang="en-GB" sz="2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BEGIN{FS=":";OFS="&gt;&gt;";count=0}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	Before reading 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		1) set the Field Sep as “:” &amp; set the Field Sep Out as “&gt;&gt;”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		2) create a variable count and start it at 0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$3&gt;=1000{print $1,$6,$7;count++}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	for each line read that has column 3 &gt;= 1000: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		1) print column 1,6 &amp; 7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		2) increase count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4"/>
                </a:solidFill>
              </a:rPr>
              <a:t>END{OFS=" ";print "Total =",count}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	</a:t>
            </a:r>
            <a:r>
              <a:rPr lang="en-GB" dirty="0">
                <a:solidFill>
                  <a:schemeClr val="accent4"/>
                </a:solidFill>
              </a:rPr>
              <a:t>After reading :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4"/>
                </a:solidFill>
              </a:rPr>
              <a:t>		1) set the Field Sep Out as “[spacebar]”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4"/>
                </a:solidFill>
              </a:rPr>
              <a:t>		2) print the following message : Total = </a:t>
            </a:r>
            <a:r>
              <a:rPr lang="en-GB" i="1" dirty="0">
                <a:solidFill>
                  <a:schemeClr val="accent4"/>
                </a:solidFill>
              </a:rPr>
              <a:t>[count]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/etc/passwd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4"/>
                </a:solidFill>
              </a:rPr>
              <a:t>	</a:t>
            </a:r>
            <a:r>
              <a:rPr lang="en-GB" dirty="0">
                <a:solidFill>
                  <a:schemeClr val="accent5"/>
                </a:solidFill>
              </a:rPr>
              <a:t>the file to read</a:t>
            </a:r>
          </a:p>
          <a:p>
            <a:pPr marL="0" indent="0">
              <a:buNone/>
            </a:pPr>
            <a:endParaRPr lang="en-GB" i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19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CAEA-04E2-0FB0-B4DA-0AC53818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awk</a:t>
            </a:r>
            <a:r>
              <a:rPr lang="en-CH" dirty="0"/>
              <a:t>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4B6AF-3A5A-A661-602C-6CBD8FB4F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1600" dirty="0"/>
              <a:t>ls -la | awk ‘</a:t>
            </a:r>
            <a:r>
              <a:rPr lang="en-GB" sz="1600" dirty="0">
                <a:solidFill>
                  <a:schemeClr val="accent2"/>
                </a:solidFill>
              </a:rPr>
              <a:t>BEGIN{count=0} </a:t>
            </a:r>
            <a:r>
              <a:rPr lang="en-GB" sz="1600" dirty="0">
                <a:solidFill>
                  <a:schemeClr val="accent3"/>
                </a:solidFill>
              </a:rPr>
              <a:t>$6=="Dez" &amp;&amp; $1~/^d/</a:t>
            </a:r>
            <a:r>
              <a:rPr lang="en-GB" sz="1600" dirty="0">
                <a:solidFill>
                  <a:schemeClr val="accent4"/>
                </a:solidFill>
              </a:rPr>
              <a:t>{print NR “/t” $</a:t>
            </a:r>
            <a:r>
              <a:rPr lang="en-GB" sz="1600" dirty="0" err="1">
                <a:solidFill>
                  <a:schemeClr val="accent4"/>
                </a:solidFill>
              </a:rPr>
              <a:t>NF;count</a:t>
            </a:r>
            <a:r>
              <a:rPr lang="en-GB" sz="1600" dirty="0">
                <a:solidFill>
                  <a:schemeClr val="accent4"/>
                </a:solidFill>
              </a:rPr>
              <a:t>++}</a:t>
            </a:r>
            <a:r>
              <a:rPr lang="en-GB" sz="1600" dirty="0">
                <a:solidFill>
                  <a:schemeClr val="accent1"/>
                </a:solidFill>
              </a:rPr>
              <a:t> </a:t>
            </a:r>
            <a:r>
              <a:rPr lang="en-GB" sz="1600" dirty="0">
                <a:solidFill>
                  <a:schemeClr val="accent5"/>
                </a:solidFill>
              </a:rPr>
              <a:t>END{print "total =",count}</a:t>
            </a:r>
            <a:r>
              <a:rPr lang="en-GB" sz="1600" dirty="0"/>
              <a:t>’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2"/>
                </a:solidFill>
              </a:rPr>
              <a:t>BEGIN{count=0}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2"/>
                </a:solidFill>
              </a:rPr>
              <a:t>	before reading, initialize count=0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3"/>
                </a:solidFill>
              </a:rPr>
              <a:t>$6=="Dez" &amp;&amp; $1~/^d/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3"/>
                </a:solidFill>
              </a:rPr>
              <a:t>	two conditions to do the actions on the line 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3"/>
                </a:solidFill>
              </a:rPr>
              <a:t>		1) column 6 has to be equal to “Dez”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3"/>
                </a:solidFill>
              </a:rPr>
              <a:t>		2) the first column of the line has to match with the following regex : start with “d”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4"/>
                </a:solidFill>
              </a:rPr>
              <a:t>{print NR “/t” $</a:t>
            </a:r>
            <a:r>
              <a:rPr lang="en-GB" sz="1800" dirty="0" err="1">
                <a:solidFill>
                  <a:schemeClr val="accent4"/>
                </a:solidFill>
              </a:rPr>
              <a:t>NF;count</a:t>
            </a:r>
            <a:r>
              <a:rPr lang="en-GB" sz="1800" dirty="0">
                <a:solidFill>
                  <a:schemeClr val="accent4"/>
                </a:solidFill>
              </a:rPr>
              <a:t>++}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4"/>
                </a:solidFill>
              </a:rPr>
              <a:t>	1) print the current line number &amp; print content of last column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4"/>
                </a:solidFill>
              </a:rPr>
              <a:t>	2) increase count	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/>
                </a:solidFill>
              </a:rPr>
              <a:t>END{print "total =",count}</a:t>
            </a:r>
            <a:r>
              <a:rPr lang="en-GB" sz="1800" dirty="0"/>
              <a:t>’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/>
                </a:solidFill>
              </a:rPr>
              <a:t>	print the following message : total = [count]</a:t>
            </a:r>
          </a:p>
          <a:p>
            <a:pPr marL="0" indent="0">
              <a:buNone/>
            </a:pPr>
            <a:endParaRPr lang="en-CH" sz="1800" dirty="0"/>
          </a:p>
        </p:txBody>
      </p:sp>
    </p:spTree>
    <p:extLst>
      <p:ext uri="{BB962C8B-B14F-4D97-AF65-F5344CB8AC3E}">
        <p14:creationId xmlns:p14="http://schemas.microsoft.com/office/powerpoint/2010/main" val="1385740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CB74-160B-811C-04EA-70B4E615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awk</a:t>
            </a:r>
            <a:r>
              <a:rPr lang="en-CH" dirty="0"/>
              <a:t> - 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EE741-72DE-79F3-43ED-037D538F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H" dirty="0"/>
              <a:t>$0		(print) whole line</a:t>
            </a:r>
          </a:p>
          <a:p>
            <a:pPr marL="0" indent="0">
              <a:buNone/>
            </a:pPr>
            <a:r>
              <a:rPr lang="en-CH" dirty="0"/>
              <a:t>$[numb]	(print) the numb columns</a:t>
            </a:r>
          </a:p>
          <a:p>
            <a:pPr marL="0" indent="0">
              <a:buNone/>
            </a:pPr>
            <a:r>
              <a:rPr lang="en-CH" dirty="0"/>
              <a:t>$NF		Number of fields (columns) </a:t>
            </a:r>
            <a:r>
              <a:rPr lang="en-CH" dirty="0">
                <a:sym typeface="Wingdings" pitchFamily="2" charset="2"/>
              </a:rPr>
              <a:t> if there is 3 columns in 			the line, NF 	= 3</a:t>
            </a:r>
          </a:p>
          <a:p>
            <a:pPr marL="0" indent="0">
              <a:buNone/>
            </a:pPr>
            <a:r>
              <a:rPr lang="en-CH" dirty="0"/>
              <a:t>NR		Current line number at the action</a:t>
            </a:r>
          </a:p>
          <a:p>
            <a:pPr marL="0" indent="0">
              <a:buNone/>
            </a:pPr>
            <a:r>
              <a:rPr lang="en-CH" dirty="0"/>
              <a:t>FS		Field Separator</a:t>
            </a:r>
          </a:p>
          <a:p>
            <a:pPr marL="0" indent="0">
              <a:buNone/>
            </a:pPr>
            <a:r>
              <a:rPr lang="en-CH" dirty="0"/>
              <a:t>OFS 		Output Field Separator</a:t>
            </a:r>
          </a:p>
          <a:p>
            <a:pPr marL="0" indent="0">
              <a:buNone/>
            </a:pPr>
            <a:r>
              <a:rPr lang="en-CH" dirty="0"/>
              <a:t>BEGIN	first action, before starting reading</a:t>
            </a:r>
          </a:p>
          <a:p>
            <a:pPr marL="0" indent="0">
              <a:buNone/>
            </a:pPr>
            <a:r>
              <a:rPr lang="en-CH" dirty="0"/>
              <a:t>END		last action, after reading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65454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0713-CDDF-5C90-80C1-83B3D6A3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patterns</a:t>
            </a:r>
            <a:r>
              <a:rPr lang="en-CH" dirty="0"/>
              <a:t> -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62E44-FA38-302E-11F5-61414635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$1 </a:t>
            </a:r>
            <a:r>
              <a:rPr lang="en-GB" b="1" dirty="0"/>
              <a:t>~</a:t>
            </a:r>
            <a:r>
              <a:rPr lang="en-GB" dirty="0"/>
              <a:t> /x/				Field matches (~) regex</a:t>
            </a:r>
          </a:p>
          <a:p>
            <a:pPr marL="0" indent="0">
              <a:buNone/>
            </a:pPr>
            <a:r>
              <a:rPr lang="en-GB" dirty="0"/>
              <a:t>$1 </a:t>
            </a:r>
            <a:r>
              <a:rPr lang="en-GB" b="1" dirty="0"/>
              <a:t>!~</a:t>
            </a:r>
            <a:r>
              <a:rPr lang="en-GB" dirty="0"/>
              <a:t> /x/				Field does not match (!~) regex</a:t>
            </a:r>
          </a:p>
          <a:p>
            <a:pPr marL="0" indent="0">
              <a:buNone/>
            </a:pPr>
            <a:r>
              <a:rPr lang="en-GB" dirty="0"/>
              <a:t>$3 &gt; 1000				Numeric condition</a:t>
            </a:r>
          </a:p>
          <a:p>
            <a:pPr marL="0" indent="0">
              <a:buNone/>
            </a:pPr>
            <a:r>
              <a:rPr lang="en-GB" dirty="0"/>
              <a:t>pattern1 &amp;&amp; pattern2		AND</a:t>
            </a:r>
          </a:p>
          <a:p>
            <a:pPr marL="0" indent="0">
              <a:buNone/>
            </a:pPr>
            <a:r>
              <a:rPr lang="en-GB" dirty="0"/>
              <a:t>pattern1 || pattern2		OR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78795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2583-D7E6-36A4-B7A7-9F9B45BE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regex</a:t>
            </a:r>
            <a:r>
              <a:rPr lang="en-CH" dirty="0"/>
              <a:t> -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FDE6-8F60-824C-F14A-AD057142A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^			beg</a:t>
            </a:r>
            <a:r>
              <a:rPr lang="en-GB" dirty="0"/>
              <a:t>in</a:t>
            </a:r>
            <a:r>
              <a:rPr lang="en-CH" dirty="0"/>
              <a:t>ning of (colum, line, …)</a:t>
            </a:r>
          </a:p>
          <a:p>
            <a:pPr marL="0" indent="0">
              <a:buNone/>
            </a:pPr>
            <a:r>
              <a:rPr lang="en-CH" dirty="0"/>
              <a:t>$			end of (column, line, …)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1457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BB90-9B36-7B48-9D39-F0D19285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SSH (and SSHd) </a:t>
            </a:r>
            <a:r>
              <a:rPr lang="en-CH" dirty="0"/>
              <a:t>– Secure S</a:t>
            </a:r>
            <a:r>
              <a:rPr lang="en-GB" dirty="0"/>
              <a:t>h</a:t>
            </a:r>
            <a:r>
              <a:rPr lang="en-CH" dirty="0"/>
              <a:t>ell(daemon)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8E6F-270C-5D8E-A143-EB68EAC8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b="1" dirty="0"/>
              <a:t>ssh</a:t>
            </a:r>
            <a:r>
              <a:rPr lang="en-CH" dirty="0"/>
              <a:t> is a client application to remotely access a computer through terminal.</a:t>
            </a:r>
          </a:p>
          <a:p>
            <a:r>
              <a:rPr lang="en-CH" dirty="0"/>
              <a:t>It implement the SSH protocol </a:t>
            </a:r>
            <a:r>
              <a:rPr lang="en-GB" dirty="0"/>
              <a:t>which defines the authentication methods, key exchange, and data encryption mechanisms.</a:t>
            </a:r>
          </a:p>
          <a:p>
            <a:r>
              <a:rPr lang="en-CH" b="1" dirty="0"/>
              <a:t>sshd</a:t>
            </a:r>
            <a:r>
              <a:rPr lang="en-CH" dirty="0"/>
              <a:t> is a </a:t>
            </a:r>
            <a:r>
              <a:rPr lang="en-CH" u="sng" dirty="0"/>
              <a:t>server-side daemon application</a:t>
            </a:r>
            <a:r>
              <a:rPr lang="en-CH" dirty="0"/>
              <a:t> that listens to a specific port and allow or not a computer using the app-client ssh. Daemon because it’s a background-running app.</a:t>
            </a:r>
          </a:p>
          <a:p>
            <a:r>
              <a:rPr lang="en-CH" dirty="0"/>
              <a:t>The fact sshd is launched and managed by the systemd makes it is a </a:t>
            </a:r>
            <a:r>
              <a:rPr lang="en-CH" u="sng" dirty="0"/>
              <a:t>service</a:t>
            </a:r>
            <a:r>
              <a:rPr lang="en-CH" dirty="0"/>
              <a:t>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9344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DB91-98EE-E1B5-4F07-29B51DCF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ssh</a:t>
            </a:r>
            <a:r>
              <a:rPr lang="en-CH" dirty="0"/>
              <a:t> -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FB1B-8044-3307-3353-83AF7D3B2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H" sz="1800" dirty="0"/>
              <a:t>installation &amp; setup ssh</a:t>
            </a:r>
          </a:p>
          <a:p>
            <a:pPr marL="0" indent="0">
              <a:buNone/>
            </a:pPr>
            <a:r>
              <a:rPr lang="en-CH" sz="1800" dirty="0"/>
              <a:t>	sudo aptitude install openssh-client openssh-servers			</a:t>
            </a:r>
            <a:r>
              <a:rPr lang="en-GB" sz="1800" dirty="0"/>
              <a:t>I</a:t>
            </a:r>
            <a:r>
              <a:rPr lang="en-CH" sz="1800" dirty="0"/>
              <a:t>nstall both ssh-client and  ssh-servers</a:t>
            </a:r>
          </a:p>
          <a:p>
            <a:pPr marL="0" indent="0">
              <a:buNone/>
            </a:pPr>
            <a:r>
              <a:rPr lang="en-CH" sz="1800" dirty="0"/>
              <a:t>	sudo systemctl status sshd					check that sshd is managed by the 									systemd</a:t>
            </a:r>
          </a:p>
          <a:p>
            <a:pPr marL="0" indent="0">
              <a:buNone/>
            </a:pPr>
            <a:r>
              <a:rPr lang="en-CH" sz="1800" dirty="0"/>
              <a:t>	sudo systemctl active sshd					run the sshd now</a:t>
            </a:r>
          </a:p>
          <a:p>
            <a:pPr marL="0" indent="0">
              <a:buNone/>
            </a:pPr>
            <a:r>
              <a:rPr lang="en-CH" sz="1800" dirty="0"/>
              <a:t>	sudo systemctl enable sshd					will open at boot the sshd</a:t>
            </a:r>
          </a:p>
          <a:p>
            <a:pPr marL="0" indent="0">
              <a:buNone/>
            </a:pPr>
            <a:r>
              <a:rPr lang="en-CH" sz="1800" dirty="0"/>
              <a:t>connecting to server</a:t>
            </a:r>
          </a:p>
          <a:p>
            <a:pPr marL="0" indent="0">
              <a:buNone/>
            </a:pPr>
            <a:r>
              <a:rPr lang="en-CH" sz="1800" dirty="0"/>
              <a:t>	ssh-copy-id  -</a:t>
            </a:r>
            <a:r>
              <a:rPr lang="en-GB" sz="1800" dirty="0" err="1"/>
              <a:t>i</a:t>
            </a:r>
            <a:r>
              <a:rPr lang="en-CH" sz="1800" dirty="0"/>
              <a:t> </a:t>
            </a:r>
            <a:r>
              <a:rPr lang="en-CH" sz="1800" i="1" dirty="0"/>
              <a:t>[path_public_key]</a:t>
            </a:r>
            <a:r>
              <a:rPr lang="en-CH" sz="1800" dirty="0"/>
              <a:t>  -p 4242 </a:t>
            </a:r>
            <a:r>
              <a:rPr lang="en-CH" sz="1800" i="1" dirty="0"/>
              <a:t>[username]</a:t>
            </a:r>
            <a:r>
              <a:rPr lang="en-CH" sz="1800" dirty="0"/>
              <a:t>@</a:t>
            </a:r>
            <a:r>
              <a:rPr lang="en-CH" sz="1800" i="1" dirty="0"/>
              <a:t>[hostname/IP]</a:t>
            </a:r>
            <a:r>
              <a:rPr lang="en-CH" sz="1800" dirty="0"/>
              <a:t> 	</a:t>
            </a:r>
            <a:r>
              <a:rPr lang="en-CH" sz="1800" i="1" dirty="0"/>
              <a:t>	</a:t>
            </a:r>
            <a:r>
              <a:rPr lang="en-CH" sz="1800" dirty="0"/>
              <a:t>copy the client public key to the server</a:t>
            </a:r>
          </a:p>
          <a:p>
            <a:pPr marL="0" indent="0">
              <a:buNone/>
            </a:pPr>
            <a:r>
              <a:rPr lang="en-CH" sz="1800" dirty="0"/>
              <a:t>	ssh </a:t>
            </a:r>
            <a:r>
              <a:rPr lang="en-CH" sz="1800" i="1" dirty="0"/>
              <a:t>[username]</a:t>
            </a:r>
            <a:r>
              <a:rPr lang="en-CH" sz="1800" dirty="0"/>
              <a:t>@</a:t>
            </a:r>
            <a:r>
              <a:rPr lang="en-CH" sz="1800" i="1" dirty="0"/>
              <a:t>[hostname/IP]</a:t>
            </a:r>
            <a:r>
              <a:rPr lang="en-CH" sz="1800" dirty="0"/>
              <a:t> –p </a:t>
            </a:r>
            <a:r>
              <a:rPr lang="en-CH" sz="1800" i="1" dirty="0"/>
              <a:t>[port]				</a:t>
            </a:r>
            <a:r>
              <a:rPr lang="en-CH" sz="1800" dirty="0"/>
              <a:t>access a computer through  terminal</a:t>
            </a:r>
          </a:p>
          <a:p>
            <a:pPr marL="0" indent="0">
              <a:buNone/>
            </a:pPr>
            <a:r>
              <a:rPr lang="en-CH" sz="1800" dirty="0"/>
              <a:t>managing keys</a:t>
            </a:r>
          </a:p>
          <a:p>
            <a:pPr marL="0" indent="0">
              <a:buNone/>
            </a:pPr>
            <a:r>
              <a:rPr lang="en-CH" sz="1800" dirty="0"/>
              <a:t>	ssh-keygen							creates public and private keys for 									authentification process</a:t>
            </a:r>
          </a:p>
          <a:p>
            <a:pPr marL="0" indent="0">
              <a:buNone/>
            </a:pPr>
            <a:r>
              <a:rPr lang="en-CH" sz="1800" dirty="0"/>
              <a:t>	ssh-add </a:t>
            </a:r>
            <a:r>
              <a:rPr lang="en-CH" sz="1800" i="1" dirty="0"/>
              <a:t>[private_key]</a:t>
            </a:r>
            <a:r>
              <a:rPr lang="en-CH" sz="1800" dirty="0"/>
              <a:t>						add a private key to the ssh-agent</a:t>
            </a:r>
          </a:p>
          <a:p>
            <a:pPr marL="0" indent="0">
              <a:buNone/>
            </a:pPr>
            <a:r>
              <a:rPr lang="en-CH" sz="1800" dirty="0"/>
              <a:t>	ssh-add –l							list all the private keys that are 									in the ssh-agent</a:t>
            </a:r>
          </a:p>
          <a:p>
            <a:pPr marL="0" indent="0">
              <a:buNone/>
            </a:pPr>
            <a:r>
              <a:rPr lang="en-CH" sz="1800" dirty="0"/>
              <a:t>	ssh-add –D or ssh-add –d </a:t>
            </a:r>
            <a:r>
              <a:rPr lang="en-CH" sz="1800" i="1" dirty="0"/>
              <a:t>[private_key]</a:t>
            </a:r>
            <a:r>
              <a:rPr lang="en-CH" sz="1800" dirty="0"/>
              <a:t>				deleta all/specific private key(s) 									in the ssh-agent</a:t>
            </a:r>
          </a:p>
          <a:p>
            <a:pPr marL="0" indent="0">
              <a:buNone/>
            </a:pPr>
            <a:endParaRPr lang="en-CH" sz="1800" dirty="0"/>
          </a:p>
          <a:p>
            <a:pPr marL="0" indent="0">
              <a:buNone/>
            </a:pPr>
            <a:endParaRPr lang="en-CH" sz="1800" dirty="0"/>
          </a:p>
          <a:p>
            <a:pPr marL="0" indent="0">
              <a:buNone/>
            </a:pPr>
            <a:endParaRPr lang="en-CH" sz="1800" dirty="0"/>
          </a:p>
          <a:p>
            <a:pPr marL="0" indent="0">
              <a:buNone/>
            </a:pPr>
            <a:endParaRPr lang="en-CH" sz="1800" dirty="0"/>
          </a:p>
          <a:p>
            <a:pPr marL="0" indent="0">
              <a:buNone/>
            </a:pPr>
            <a:endParaRPr lang="en-CH" sz="1800" i="1" dirty="0"/>
          </a:p>
        </p:txBody>
      </p:sp>
    </p:spTree>
    <p:extLst>
      <p:ext uri="{BB962C8B-B14F-4D97-AF65-F5344CB8AC3E}">
        <p14:creationId xmlns:p14="http://schemas.microsoft.com/office/powerpoint/2010/main" val="3213987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F1B3-00CC-D554-EF8F-4CDB3F58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systemd</a:t>
            </a:r>
            <a:r>
              <a:rPr lang="en-CH" dirty="0"/>
              <a:t> –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BDC3-AC16-8A96-9A16-1AD105A9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the first program to be initialized</a:t>
            </a:r>
          </a:p>
          <a:p>
            <a:r>
              <a:rPr lang="en-CH" dirty="0"/>
              <a:t>the program to manage units (include services like sshd, ufw)</a:t>
            </a:r>
          </a:p>
          <a:p>
            <a:r>
              <a:rPr lang="en-CH" dirty="0"/>
              <a:t>steps of booting :</a:t>
            </a:r>
          </a:p>
          <a:p>
            <a:pPr lvl="1"/>
            <a:r>
              <a:rPr lang="en-CH" dirty="0"/>
              <a:t>1) BIOS/UEFI</a:t>
            </a:r>
          </a:p>
          <a:p>
            <a:pPr lvl="1"/>
            <a:r>
              <a:rPr lang="en-CH" dirty="0"/>
              <a:t>2) bootloader (GRUB)</a:t>
            </a:r>
          </a:p>
          <a:p>
            <a:pPr lvl="1"/>
            <a:r>
              <a:rPr lang="en-CH" dirty="0"/>
              <a:t>3) kernel</a:t>
            </a:r>
          </a:p>
          <a:p>
            <a:pPr lvl="1"/>
            <a:r>
              <a:rPr lang="en-CH" dirty="0"/>
              <a:t>4) systemd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89761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86F3-5D75-3C80-B99B-5C31FF54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systemd</a:t>
            </a:r>
            <a:r>
              <a:rPr lang="en-CH" dirty="0"/>
              <a:t> –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7883-FD90-86B5-3D0A-857A643DE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On/Off units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start </a:t>
            </a:r>
            <a:r>
              <a:rPr lang="en-GB" i="1" dirty="0"/>
              <a:t>[unit]			launch the unit on the spot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stop </a:t>
            </a:r>
            <a:r>
              <a:rPr lang="en-GB" i="1" dirty="0"/>
              <a:t>[unit]			stops the unit on the spot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restart </a:t>
            </a:r>
            <a:r>
              <a:rPr lang="en-GB" i="1" dirty="0"/>
              <a:t>[unit]			reboot the unit on the spot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reload </a:t>
            </a:r>
            <a:r>
              <a:rPr lang="en-GB" i="1" dirty="0"/>
              <a:t>[unit]			reboot without turning off the unit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enable </a:t>
            </a:r>
            <a:r>
              <a:rPr lang="en-GB" i="1" dirty="0"/>
              <a:t>[unit]			enable the unit to launch at boot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systemctl</a:t>
            </a:r>
            <a:r>
              <a:rPr lang="en-GB" dirty="0"/>
              <a:t> disable </a:t>
            </a:r>
            <a:r>
              <a:rPr lang="en-GB" i="1" dirty="0"/>
              <a:t>[unit]			disable the unit to launch at boot</a:t>
            </a:r>
          </a:p>
          <a:p>
            <a:pPr marL="0" indent="0">
              <a:buNone/>
            </a:pPr>
            <a:r>
              <a:rPr lang="en-GB" dirty="0"/>
              <a:t>check status of unit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systemctl</a:t>
            </a:r>
            <a:r>
              <a:rPr lang="en-GB" dirty="0"/>
              <a:t> status </a:t>
            </a:r>
            <a:r>
              <a:rPr lang="en-GB" i="1" dirty="0"/>
              <a:t>[unit]				check if unit is active and enable</a:t>
            </a:r>
          </a:p>
          <a:p>
            <a:pPr marL="0" indent="0">
              <a:buNone/>
            </a:pPr>
            <a:r>
              <a:rPr lang="en-GB" i="1" dirty="0"/>
              <a:t>	</a:t>
            </a:r>
            <a:r>
              <a:rPr lang="en-GB" dirty="0" err="1"/>
              <a:t>systemctl</a:t>
            </a:r>
            <a:r>
              <a:rPr lang="en-GB" dirty="0"/>
              <a:t> list-units --type=service			list of all services active/inactive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systemctl</a:t>
            </a:r>
            <a:r>
              <a:rPr lang="en-GB" dirty="0"/>
              <a:t> list-units --type=service –state=running		list of all active services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systemctl</a:t>
            </a:r>
            <a:r>
              <a:rPr lang="en-GB" dirty="0"/>
              <a:t> list-unit-files --type=service			also list of all services active/inactive</a:t>
            </a:r>
          </a:p>
          <a:p>
            <a:pPr marL="0" indent="0">
              <a:buNone/>
            </a:pPr>
            <a:r>
              <a:rPr lang="en-GB" dirty="0" err="1"/>
              <a:t>journalctl</a:t>
            </a:r>
            <a:r>
              <a:rPr lang="en-GB" dirty="0"/>
              <a:t> – historic of system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CH" dirty="0"/>
              <a:t>journalctl					display historic of all systemd activity</a:t>
            </a:r>
          </a:p>
          <a:p>
            <a:pPr marL="0" indent="0">
              <a:buNone/>
            </a:pPr>
            <a:r>
              <a:rPr lang="en-CH" dirty="0"/>
              <a:t>	journalctl –u [unit]				display specific unit historic</a:t>
            </a:r>
          </a:p>
          <a:p>
            <a:pPr marL="0" indent="0">
              <a:buNone/>
            </a:pPr>
            <a:r>
              <a:rPr lang="en-CH" dirty="0"/>
              <a:t>	journalctl _COMM=sudo				display all the commands of sudo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454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F30F-DBBC-FE34-1BAC-9FECF147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CPU</a:t>
            </a:r>
            <a:r>
              <a:rPr lang="en-CH" dirty="0"/>
              <a:t> – different usages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6973-15EF-DE63-8760-ED1EA714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us</a:t>
            </a:r>
            <a:r>
              <a:rPr lang="en-GB" dirty="0"/>
              <a:t>: Percentage of CPU time spent running user processes.</a:t>
            </a:r>
          </a:p>
          <a:p>
            <a:r>
              <a:rPr lang="en-GB" b="1" dirty="0" err="1"/>
              <a:t>sy</a:t>
            </a:r>
            <a:r>
              <a:rPr lang="en-GB" dirty="0"/>
              <a:t>: Percentage of CPU time spent running kernel (system) processes.</a:t>
            </a:r>
          </a:p>
          <a:p>
            <a:r>
              <a:rPr lang="en-GB" b="1" dirty="0" err="1"/>
              <a:t>ni</a:t>
            </a:r>
            <a:r>
              <a:rPr lang="en-GB" dirty="0"/>
              <a:t>: Percentage of CPU time spent running processes with a nice value (priority adjusted).</a:t>
            </a:r>
          </a:p>
          <a:p>
            <a:r>
              <a:rPr lang="en-GB" b="1" u="sng" dirty="0"/>
              <a:t>id</a:t>
            </a:r>
            <a:r>
              <a:rPr lang="en-GB" u="sng" dirty="0"/>
              <a:t>: Percentage of CPU time spent idle (no work being done).</a:t>
            </a:r>
          </a:p>
          <a:p>
            <a:r>
              <a:rPr lang="en-GB" b="1" dirty="0" err="1"/>
              <a:t>wa</a:t>
            </a:r>
            <a:r>
              <a:rPr lang="en-GB" dirty="0"/>
              <a:t>: Percentage of CPU time spent waiting for I/O operations to complete.</a:t>
            </a:r>
          </a:p>
          <a:p>
            <a:r>
              <a:rPr lang="en-GB" b="1" dirty="0"/>
              <a:t>hi</a:t>
            </a:r>
            <a:r>
              <a:rPr lang="en-GB" dirty="0"/>
              <a:t>: Percentage of CPU time spent servicing hardware interrupts.</a:t>
            </a:r>
          </a:p>
          <a:p>
            <a:r>
              <a:rPr lang="en-GB" b="1" dirty="0" err="1"/>
              <a:t>si</a:t>
            </a:r>
            <a:r>
              <a:rPr lang="en-GB" dirty="0"/>
              <a:t>: Percentage of CPU time spent servicing software interrupts.</a:t>
            </a:r>
          </a:p>
          <a:p>
            <a:r>
              <a:rPr lang="en-GB" b="1" dirty="0" err="1"/>
              <a:t>st</a:t>
            </a:r>
            <a:r>
              <a:rPr lang="en-GB" dirty="0"/>
              <a:t>: Percentage of CPU time stolen from this virtual machine by the hypervisor (if virtualized).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16697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F651-2962-0866-85CC-667ED33E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sudo</a:t>
            </a:r>
            <a:r>
              <a:rPr lang="en-CH" dirty="0"/>
              <a:t> – editing the sudoers with visudo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71DC-3836-D257-92C4-1125BCBC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CH" sz="2000" dirty="0"/>
              <a:t>sudo visudo			edit the sudoers.tmp file</a:t>
            </a:r>
          </a:p>
          <a:p>
            <a:pPr marL="0" indent="0">
              <a:buNone/>
            </a:pPr>
            <a:r>
              <a:rPr lang="en-CH" sz="2000" dirty="0"/>
              <a:t>			</a:t>
            </a:r>
            <a:r>
              <a:rPr lang="en-CH" sz="2000" dirty="0">
                <a:sym typeface="Wingdings" pitchFamily="2" charset="2"/>
              </a:rPr>
              <a:t> define the “bonus” permissions we 									allow to each user when using sudo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create new user bonus perms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i="1" dirty="0">
                <a:sym typeface="Wingdings" pitchFamily="2" charset="2"/>
              </a:rPr>
              <a:t>[username_give_perms]</a:t>
            </a: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i="1" dirty="0">
                <a:sym typeface="Wingdings" pitchFamily="2" charset="2"/>
              </a:rPr>
              <a:t>[hostname]</a:t>
            </a:r>
            <a:r>
              <a:rPr lang="en-CH" sz="2000" dirty="0">
                <a:sym typeface="Wingdings" pitchFamily="2" charset="2"/>
              </a:rPr>
              <a:t>=(</a:t>
            </a:r>
            <a:r>
              <a:rPr lang="en-CH" sz="2000" i="1" dirty="0">
                <a:sym typeface="Wingdings" pitchFamily="2" charset="2"/>
              </a:rPr>
              <a:t>[new_users]</a:t>
            </a:r>
            <a:r>
              <a:rPr lang="en-CH" sz="2000" dirty="0">
                <a:sym typeface="Wingdings" pitchFamily="2" charset="2"/>
              </a:rPr>
              <a:t>:</a:t>
            </a:r>
            <a:r>
              <a:rPr lang="en-CH" sz="2000" i="1" dirty="0">
                <a:sym typeface="Wingdings" pitchFamily="2" charset="2"/>
              </a:rPr>
              <a:t>[group_user]</a:t>
            </a:r>
            <a:r>
              <a:rPr lang="en-CH" sz="2000" dirty="0">
                <a:sym typeface="Wingdings" pitchFamily="2" charset="2"/>
              </a:rPr>
              <a:t>) </a:t>
            </a:r>
            <a:r>
              <a:rPr lang="en-CH" sz="2000" i="1" dirty="0">
                <a:sym typeface="Wingdings" pitchFamily="2" charset="2"/>
              </a:rPr>
              <a:t>[path_cmd] [file_to_be_used]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example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dirty="0">
                <a:solidFill>
                  <a:srgbClr val="FF0000"/>
                </a:solidFill>
                <a:sym typeface="Wingdings" pitchFamily="2" charset="2"/>
              </a:rPr>
              <a:t>root</a:t>
            </a: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dirty="0">
                <a:solidFill>
                  <a:schemeClr val="accent2"/>
                </a:solidFill>
                <a:sym typeface="Wingdings" pitchFamily="2" charset="2"/>
              </a:rPr>
              <a:t>ALL</a:t>
            </a:r>
            <a:r>
              <a:rPr lang="en-CH" sz="2000" dirty="0">
                <a:sym typeface="Wingdings" pitchFamily="2" charset="2"/>
              </a:rPr>
              <a:t>=(</a:t>
            </a:r>
            <a:r>
              <a:rPr lang="en-CH" sz="2000" dirty="0">
                <a:solidFill>
                  <a:schemeClr val="accent3"/>
                </a:solidFill>
                <a:sym typeface="Wingdings" pitchFamily="2" charset="2"/>
              </a:rPr>
              <a:t>ALL</a:t>
            </a:r>
            <a:r>
              <a:rPr lang="en-CH" sz="2000" dirty="0">
                <a:sym typeface="Wingdings" pitchFamily="2" charset="2"/>
              </a:rPr>
              <a:t>:</a:t>
            </a:r>
            <a:r>
              <a:rPr lang="en-CH" sz="2000" dirty="0">
                <a:solidFill>
                  <a:schemeClr val="accent4"/>
                </a:solidFill>
                <a:sym typeface="Wingdings" pitchFamily="2" charset="2"/>
              </a:rPr>
              <a:t>ALL</a:t>
            </a:r>
            <a:r>
              <a:rPr lang="en-CH" sz="2000" dirty="0">
                <a:sym typeface="Wingdings" pitchFamily="2" charset="2"/>
              </a:rPr>
              <a:t>) </a:t>
            </a:r>
            <a:r>
              <a:rPr lang="en-CH" sz="2000" dirty="0">
                <a:solidFill>
                  <a:schemeClr val="accent5"/>
                </a:solidFill>
                <a:sym typeface="Wingdings" pitchFamily="2" charset="2"/>
              </a:rPr>
              <a:t>ALL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means  the </a:t>
            </a:r>
            <a:r>
              <a:rPr lang="en-CH" sz="2000" dirty="0">
                <a:solidFill>
                  <a:srgbClr val="FF0000"/>
                </a:solidFill>
                <a:sym typeface="Wingdings" pitchFamily="2" charset="2"/>
              </a:rPr>
              <a:t>root user</a:t>
            </a:r>
            <a:r>
              <a:rPr lang="en-CH" sz="2000" dirty="0">
                <a:sym typeface="Wingdings" pitchFamily="2" charset="2"/>
              </a:rPr>
              <a:t>, in </a:t>
            </a:r>
            <a:r>
              <a:rPr lang="en-CH" sz="2000" dirty="0">
                <a:solidFill>
                  <a:schemeClr val="accent2"/>
                </a:solidFill>
                <a:sym typeface="Wingdings" pitchFamily="2" charset="2"/>
              </a:rPr>
              <a:t>all machines (hosts)</a:t>
            </a:r>
            <a:r>
              <a:rPr lang="en-CH" sz="2000" dirty="0">
                <a:sym typeface="Wingdings" pitchFamily="2" charset="2"/>
              </a:rPr>
              <a:t>, can have the permissions of </a:t>
            </a:r>
            <a:r>
              <a:rPr lang="en-CH" sz="2000" dirty="0">
                <a:solidFill>
                  <a:schemeClr val="accent3"/>
                </a:solidFill>
                <a:sym typeface="Wingdings" pitchFamily="2" charset="2"/>
              </a:rPr>
              <a:t>all users </a:t>
            </a:r>
            <a:r>
              <a:rPr lang="en-CH" sz="2000" dirty="0">
                <a:sym typeface="Wingdings" pitchFamily="2" charset="2"/>
              </a:rPr>
              <a:t>and </a:t>
            </a:r>
            <a:r>
              <a:rPr lang="en-CH" sz="2000" dirty="0">
                <a:solidFill>
                  <a:schemeClr val="accent4"/>
                </a:solidFill>
                <a:sym typeface="Wingdings" pitchFamily="2" charset="2"/>
              </a:rPr>
              <a:t>all groups </a:t>
            </a:r>
            <a:r>
              <a:rPr lang="en-CH" sz="2000" dirty="0">
                <a:sym typeface="Wingdings" pitchFamily="2" charset="2"/>
              </a:rPr>
              <a:t>and do </a:t>
            </a:r>
            <a:r>
              <a:rPr lang="en-CH" sz="2000" dirty="0">
                <a:solidFill>
                  <a:schemeClr val="accent5"/>
                </a:solidFill>
                <a:sym typeface="Wingdings" pitchFamily="2" charset="2"/>
              </a:rPr>
              <a:t>all commands in all files</a:t>
            </a:r>
          </a:p>
          <a:p>
            <a:pPr marL="0" indent="0">
              <a:buNone/>
            </a:pPr>
            <a:endParaRPr lang="en-CH" sz="2000" dirty="0">
              <a:solidFill>
                <a:schemeClr val="accent5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create new group bonus perms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b="1" dirty="0">
                <a:sym typeface="Wingdings" pitchFamily="2" charset="2"/>
              </a:rPr>
              <a:t>%</a:t>
            </a:r>
            <a:r>
              <a:rPr lang="en-CH" sz="2000" i="1" dirty="0">
                <a:sym typeface="Wingdings" pitchFamily="2" charset="2"/>
              </a:rPr>
              <a:t>[username_give_perms]</a:t>
            </a:r>
            <a:r>
              <a:rPr lang="en-CH" sz="2000" dirty="0">
                <a:sym typeface="Wingdings" pitchFamily="2" charset="2"/>
              </a:rPr>
              <a:t>	</a:t>
            </a:r>
            <a:r>
              <a:rPr lang="en-CH" sz="2000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CH" sz="2000" i="1" dirty="0">
                <a:sym typeface="Wingdings" pitchFamily="2" charset="2"/>
              </a:rPr>
              <a:t>[hostname]</a:t>
            </a:r>
            <a:r>
              <a:rPr lang="en-CH" sz="2000" dirty="0">
                <a:sym typeface="Wingdings" pitchFamily="2" charset="2"/>
              </a:rPr>
              <a:t>=(</a:t>
            </a:r>
            <a:r>
              <a:rPr lang="en-CH" sz="2000" i="1" dirty="0">
                <a:sym typeface="Wingdings" pitchFamily="2" charset="2"/>
              </a:rPr>
              <a:t>[new_users]</a:t>
            </a:r>
            <a:r>
              <a:rPr lang="en-CH" sz="2000" dirty="0">
                <a:sym typeface="Wingdings" pitchFamily="2" charset="2"/>
              </a:rPr>
              <a:t>:</a:t>
            </a:r>
            <a:r>
              <a:rPr lang="en-CH" sz="2000" i="1" dirty="0">
                <a:sym typeface="Wingdings" pitchFamily="2" charset="2"/>
              </a:rPr>
              <a:t>[group_user]</a:t>
            </a:r>
            <a:r>
              <a:rPr lang="en-CH" sz="2000" dirty="0">
                <a:sym typeface="Wingdings" pitchFamily="2" charset="2"/>
              </a:rPr>
              <a:t>) </a:t>
            </a:r>
            <a:r>
              <a:rPr lang="en-CH" sz="2000" dirty="0">
                <a:solidFill>
                  <a:srgbClr val="C00000"/>
                </a:solidFill>
                <a:sym typeface="Wingdings" pitchFamily="2" charset="2"/>
              </a:rPr>
              <a:t>NOPASSWD:</a:t>
            </a:r>
            <a:r>
              <a:rPr lang="en-CH" sz="2000" i="1" dirty="0">
                <a:sym typeface="Wingdings" pitchFamily="2" charset="2"/>
              </a:rPr>
              <a:t>[path_cmd] [file_to_be_used]</a:t>
            </a:r>
          </a:p>
          <a:p>
            <a:pPr marL="0" indent="0">
              <a:buNone/>
            </a:pPr>
            <a:r>
              <a:rPr lang="en-CH" sz="2000" i="1" dirty="0">
                <a:sym typeface="Wingdings" pitchFamily="2" charset="2"/>
              </a:rPr>
              <a:t>		</a:t>
            </a:r>
            <a:r>
              <a:rPr lang="en-CH" sz="2000" dirty="0">
                <a:solidFill>
                  <a:srgbClr val="C00000"/>
                </a:solidFill>
                <a:sym typeface="Wingdings" pitchFamily="2" charset="2"/>
              </a:rPr>
              <a:t>NOPASSWD: </a:t>
            </a:r>
            <a:r>
              <a:rPr lang="en-CH" sz="2000" dirty="0">
                <a:sym typeface="Wingdings" pitchFamily="2" charset="2"/>
              </a:rPr>
              <a:t> not necessarly, he doesn’t have to put the passwd to do the cmd</a:t>
            </a:r>
          </a:p>
          <a:p>
            <a:pPr marL="0" indent="0">
              <a:buNone/>
            </a:pPr>
            <a:endParaRPr lang="en-CH" sz="2000" i="1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create user aliases (”user group of permissions”)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#User_Alias	</a:t>
            </a:r>
            <a:r>
              <a:rPr lang="en-CH" sz="2000" i="1" dirty="0">
                <a:sym typeface="Wingdings" pitchFamily="2" charset="2"/>
              </a:rPr>
              <a:t>[user_cmd_name]</a:t>
            </a:r>
            <a:r>
              <a:rPr lang="en-CH" sz="2000" dirty="0">
                <a:sym typeface="Wingdings" pitchFamily="2" charset="2"/>
              </a:rPr>
              <a:t> = </a:t>
            </a:r>
            <a:r>
              <a:rPr lang="en-CH" sz="2000" i="1" dirty="0">
                <a:sym typeface="Wingdings" pitchFamily="2" charset="2"/>
              </a:rPr>
              <a:t>[username1]</a:t>
            </a:r>
            <a:r>
              <a:rPr lang="en-CH" sz="2000" dirty="0">
                <a:sym typeface="Wingdings" pitchFamily="2" charset="2"/>
              </a:rPr>
              <a:t>, </a:t>
            </a:r>
            <a:r>
              <a:rPr lang="en-CH" sz="2000" i="1" dirty="0">
                <a:sym typeface="Wingdings" pitchFamily="2" charset="2"/>
              </a:rPr>
              <a:t>[username2]</a:t>
            </a:r>
          </a:p>
          <a:p>
            <a:pPr marL="0" indent="0">
              <a:buNone/>
            </a:pPr>
            <a:endParaRPr lang="en-CH" sz="2000" i="1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create command aliases (“cmd group would be permitted)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	#Cmnd_Alias	</a:t>
            </a:r>
            <a:r>
              <a:rPr lang="en-CH" sz="2000" i="1" dirty="0">
                <a:sym typeface="Wingdings" pitchFamily="2" charset="2"/>
              </a:rPr>
              <a:t>[cmd_alias_name]</a:t>
            </a:r>
            <a:r>
              <a:rPr lang="en-CH" sz="2000" dirty="0">
                <a:sym typeface="Wingdings" pitchFamily="2" charset="2"/>
              </a:rPr>
              <a:t> = </a:t>
            </a:r>
            <a:r>
              <a:rPr lang="en-CH" sz="2000" i="1" dirty="0">
                <a:sym typeface="Wingdings" pitchFamily="2" charset="2"/>
              </a:rPr>
              <a:t>[path_cmd]</a:t>
            </a:r>
          </a:p>
          <a:p>
            <a:pPr marL="0" indent="0">
              <a:buNone/>
            </a:pPr>
            <a:r>
              <a:rPr lang="en-CH" sz="2000" dirty="0">
                <a:sym typeface="Wingdings" pitchFamily="2" charset="2"/>
              </a:rPr>
              <a:t>  </a:t>
            </a:r>
          </a:p>
          <a:p>
            <a:pPr marL="0" indent="0">
              <a:buNone/>
            </a:pPr>
            <a:endParaRPr lang="en-CH" sz="2000" dirty="0">
              <a:solidFill>
                <a:schemeClr val="accent5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CH" sz="2000" dirty="0">
              <a:solidFill>
                <a:schemeClr val="accent5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CH" sz="2000" dirty="0">
              <a:sym typeface="Wingdings" pitchFamily="2" charset="2"/>
            </a:endParaRPr>
          </a:p>
          <a:p>
            <a:pPr marL="0" indent="0">
              <a:buNone/>
            </a:pP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3722228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FFD1-E33A-C6E0-B2CE-1C8ACBD3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sudo </a:t>
            </a:r>
            <a:r>
              <a:rPr lang="en-CH" dirty="0"/>
              <a:t>-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61C7-BE8D-A3BD-C3D1-1CA05A39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sudo visudo					edit the sudoers.tmp file</a:t>
            </a:r>
          </a:p>
          <a:p>
            <a:pPr marL="0" indent="0">
              <a:buNone/>
            </a:pPr>
            <a:r>
              <a:rPr lang="en-CH" dirty="0"/>
              <a:t>							</a:t>
            </a:r>
            <a:r>
              <a:rPr lang="en-CH" dirty="0">
                <a:sym typeface="Wingdings" pitchFamily="2" charset="2"/>
              </a:rPr>
              <a:t> define the “bonus” 								permissions we allow to 							each user when using 								sudo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sudo visudo –c					will check the syntax of 								sudoers and sudo_config 							files</a:t>
            </a:r>
          </a:p>
          <a:p>
            <a:pPr marL="0" indent="0">
              <a:buNone/>
            </a:pPr>
            <a:r>
              <a:rPr lang="en-CH" dirty="0"/>
              <a:t>nano /etc/sudoers.d/sudo_config		creating a new sudo 								config file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948074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DA2B-9117-F7CC-3477-7480ADD0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sudo</a:t>
            </a:r>
            <a:r>
              <a:rPr lang="en-CH" dirty="0"/>
              <a:t> – adding specific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ECBF-5C49-3BF4-1B3A-C8A616C3C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sz="1600" b="1" u="sng" dirty="0"/>
              <a:t>what to write in it ?</a:t>
            </a:r>
          </a:p>
          <a:p>
            <a:pPr marL="0" indent="0">
              <a:buNone/>
            </a:pPr>
            <a:r>
              <a:rPr lang="en-CH" sz="1600" dirty="0"/>
              <a:t>Defaults	passwd_tries=[number]				set the nb of tries</a:t>
            </a:r>
          </a:p>
          <a:p>
            <a:pPr marL="0" indent="0">
              <a:buNone/>
            </a:pPr>
            <a:r>
              <a:rPr lang="en-CH" sz="1600" dirty="0"/>
              <a:t>Defaults	badpass_message=“[write_your_own_message]		set a message in case of bad passwd</a:t>
            </a:r>
          </a:p>
          <a:p>
            <a:pPr marL="0" indent="0">
              <a:buNone/>
            </a:pPr>
            <a:r>
              <a:rPr lang="en-CH" sz="1600" dirty="0"/>
              <a:t>Defaults	logfile=”/var/log/sudo/sudo.log				set the log historic file for sudo</a:t>
            </a:r>
          </a:p>
          <a:p>
            <a:pPr marL="0" indent="0">
              <a:buNone/>
            </a:pPr>
            <a:r>
              <a:rPr lang="en-CH" sz="1600" dirty="0"/>
              <a:t>Defaults	log_input, log_output				records (log) all input/output commands 								&amp; writing done</a:t>
            </a:r>
          </a:p>
          <a:p>
            <a:pPr marL="0" indent="0">
              <a:buNone/>
            </a:pPr>
            <a:r>
              <a:rPr lang="en-CH" sz="1600" dirty="0"/>
              <a:t>Defaults	iolog_dir=‘/var/log/sudo”				set where the in/out cmds/writings are saved</a:t>
            </a:r>
          </a:p>
          <a:p>
            <a:pPr marL="0" indent="0">
              <a:buNone/>
            </a:pPr>
            <a:r>
              <a:rPr lang="en-CH" sz="1600" dirty="0"/>
              <a:t>Defaults	requiretty						requires sudo is only available by real 								terminal (no distance ssh manipulation)</a:t>
            </a:r>
          </a:p>
          <a:p>
            <a:pPr marL="0" indent="0">
              <a:buNone/>
            </a:pPr>
            <a:r>
              <a:rPr lang="en-CH" sz="1600" dirty="0"/>
              <a:t>Defaults	secure_path=“/usr/local/sbin:/usr/local/bin		</a:t>
            </a:r>
          </a:p>
          <a:p>
            <a:pPr marL="0" indent="0">
              <a:buNone/>
            </a:pPr>
            <a:r>
              <a:rPr lang="en-CH" sz="1600" dirty="0"/>
              <a:t>	:/usr/bin:/sbin:/bin:/snap/bin”</a:t>
            </a:r>
          </a:p>
          <a:p>
            <a:pPr marL="0" indent="0">
              <a:buNone/>
            </a:pPr>
            <a:r>
              <a:rPr lang="en-CH" sz="1600" dirty="0"/>
              <a:t>							</a:t>
            </a:r>
          </a:p>
        </p:txBody>
      </p:sp>
    </p:spTree>
    <p:extLst>
      <p:ext uri="{BB962C8B-B14F-4D97-AF65-F5344CB8AC3E}">
        <p14:creationId xmlns:p14="http://schemas.microsoft.com/office/powerpoint/2010/main" val="687810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A978-2CE0-517C-F066-AB574D8F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Password Policies</a:t>
            </a:r>
            <a:r>
              <a:rPr lang="en-CH" dirty="0"/>
              <a:t> – editing log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827F-19F3-B619-43A1-2DDF40D8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nano /etc/login.defs		</a:t>
            </a:r>
            <a:r>
              <a:rPr lang="en-CH" dirty="0">
                <a:sym typeface="Wingdings" pitchFamily="2" charset="2"/>
              </a:rPr>
              <a:t>edit the file login.defs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				 to edit log configs</a:t>
            </a:r>
          </a:p>
          <a:p>
            <a:pPr marL="0" indent="0">
              <a:buNone/>
            </a:pPr>
            <a:endParaRPr lang="en-CH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PASS_MAX_DAYS			maximum number of days a 							password may be user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PASS_MIN_DAYS			minimum number of days allowed 						between password changes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PASS_WARN_AGE		number of days warning given before 					a password expires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45159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FBDA-4BFC-9AA4-2198-E5D4675A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crontab </a:t>
            </a:r>
            <a:r>
              <a:rPr lang="en-CH" dirty="0"/>
              <a:t>– edit contab files for cron daemon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7BA46-BE17-4A54-7910-6DD85096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H" dirty="0"/>
              <a:t>cron </a:t>
            </a:r>
            <a:r>
              <a:rPr lang="en-CH" dirty="0">
                <a:sym typeface="Wingdings" pitchFamily="2" charset="2"/>
              </a:rPr>
              <a:t> service/daemon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crontab  configuration “interface”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jobs  scheduled commands</a:t>
            </a: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systemctl status cron			check if daemon cron is 								active/enable</a:t>
            </a:r>
          </a:p>
          <a:p>
            <a:pPr marL="0" indent="0">
              <a:buNone/>
            </a:pPr>
            <a:r>
              <a:rPr lang="en-CH" dirty="0"/>
              <a:t>crontab –e				configure the cron service of the user 							(add the scheduled commands)</a:t>
            </a:r>
          </a:p>
          <a:p>
            <a:pPr marL="0" indent="0">
              <a:buNone/>
            </a:pPr>
            <a:r>
              <a:rPr lang="en-CH" dirty="0"/>
              <a:t>crontab –l				displays the crontab edit file</a:t>
            </a:r>
          </a:p>
          <a:p>
            <a:pPr marL="0" indent="0">
              <a:buNone/>
            </a:pPr>
            <a:r>
              <a:rPr lang="en-CH" dirty="0"/>
              <a:t>mesg n/y (not available)		allow receiving message from a wall 							cmd</a:t>
            </a:r>
          </a:p>
          <a:p>
            <a:pPr marL="0" indent="0">
              <a:buNone/>
            </a:pPr>
            <a:r>
              <a:rPr lang="en-CH" dirty="0"/>
              <a:t>cd </a:t>
            </a:r>
            <a:r>
              <a:rPr lang="en-GB" dirty="0"/>
              <a:t>/var/spool/</a:t>
            </a:r>
            <a:r>
              <a:rPr lang="en-GB" dirty="0" err="1"/>
              <a:t>cron</a:t>
            </a:r>
            <a:r>
              <a:rPr lang="en-GB" dirty="0"/>
              <a:t>/crontabs/		location of all crontabs file</a:t>
            </a:r>
          </a:p>
          <a:p>
            <a:pPr marL="0" indent="0">
              <a:buNone/>
            </a:pPr>
            <a:r>
              <a:rPr lang="en-GB" dirty="0"/>
              <a:t>cd /</a:t>
            </a:r>
            <a:r>
              <a:rPr lang="en-GB" dirty="0" err="1"/>
              <a:t>usr</a:t>
            </a:r>
            <a:r>
              <a:rPr lang="en-GB" dirty="0"/>
              <a:t>/local/bin			my location of </a:t>
            </a:r>
            <a:r>
              <a:rPr lang="en-GB" dirty="0" err="1"/>
              <a:t>monitoring.sh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03350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24D4-CDA8-DE5F-5245-722BCCE8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sudo, crontab, … </a:t>
            </a:r>
            <a:r>
              <a:rPr lang="en-CH" dirty="0"/>
              <a:t>- why using utilitaries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D954E-5F30-8AC5-D7E9-13742B411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dirty="0"/>
              <a:t>question :</a:t>
            </a:r>
          </a:p>
          <a:p>
            <a:pPr marL="0" indent="0">
              <a:buNone/>
            </a:pPr>
            <a:r>
              <a:rPr lang="en-CH" sz="3200" b="1" dirty="0"/>
              <a:t>Why using this utilitaries instead of editing directly the files ?</a:t>
            </a:r>
          </a:p>
          <a:p>
            <a:pPr marL="0" indent="0">
              <a:buNone/>
            </a:pPr>
            <a:r>
              <a:rPr lang="en-CH" dirty="0"/>
              <a:t>	1) will lock the file from other users when editing the file</a:t>
            </a:r>
          </a:p>
          <a:p>
            <a:pPr marL="0" indent="0">
              <a:buNone/>
            </a:pPr>
            <a:r>
              <a:rPr lang="en-CH" dirty="0"/>
              <a:t>	2) will check the synthax of file there is no mistakes !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 </a:t>
            </a:r>
            <a:r>
              <a:rPr lang="en-CH" dirty="0"/>
              <a:t>also, the directories like cron.d, sudoers.d are directories, which can be added new configurations instead of writing in the og files ! called </a:t>
            </a:r>
            <a:r>
              <a:rPr lang="en-CH" b="1" dirty="0"/>
              <a:t>drop-in directories</a:t>
            </a:r>
          </a:p>
        </p:txBody>
      </p:sp>
    </p:spTree>
    <p:extLst>
      <p:ext uri="{BB962C8B-B14F-4D97-AF65-F5344CB8AC3E}">
        <p14:creationId xmlns:p14="http://schemas.microsoft.com/office/powerpoint/2010/main" val="3416631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268C-83A6-4D94-A8C1-DEB00970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PAM</a:t>
            </a:r>
            <a:r>
              <a:rPr lang="en-CH" dirty="0"/>
              <a:t> - Pluggable Authentification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14EB-62F8-0345-7AB1-FD37F524E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H" dirty="0"/>
              <a:t>What is the problem ?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CH" dirty="0">
                <a:sym typeface="Wingdings" pitchFamily="2" charset="2"/>
              </a:rPr>
              <a:t> no “possible-native” passwd global rule possible</a:t>
            </a:r>
          </a:p>
          <a:p>
            <a:pPr marL="0" indent="0">
              <a:buNone/>
            </a:pPr>
            <a:r>
              <a:rPr lang="en-CH" dirty="0"/>
              <a:t>	</a:t>
            </a:r>
            <a:r>
              <a:rPr lang="en-CH" dirty="0">
                <a:sym typeface="Wingdings" pitchFamily="2" charset="2"/>
              </a:rPr>
              <a:t> each “program” should code his own rules policy passwd</a:t>
            </a:r>
          </a:p>
          <a:p>
            <a:pPr marL="0" indent="0">
              <a:buNone/>
            </a:pPr>
            <a:endParaRPr lang="en-CH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CH" dirty="0"/>
              <a:t>PAM solves this problem !</a:t>
            </a:r>
          </a:p>
          <a:p>
            <a:pPr marL="0" indent="0">
              <a:buNone/>
            </a:pPr>
            <a:r>
              <a:rPr lang="en-CH" dirty="0"/>
              <a:t>PAM = framework </a:t>
            </a:r>
            <a:r>
              <a:rPr lang="en-CH" dirty="0">
                <a:sym typeface="Wingdings" pitchFamily="2" charset="2"/>
              </a:rPr>
              <a:t> set rules, libraries &amp; conventions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Goals of PAM :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- centralized authentification logic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- possible to module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- enforce same rule everywhere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- hard to bypass it</a:t>
            </a:r>
          </a:p>
        </p:txBody>
      </p:sp>
    </p:spTree>
    <p:extLst>
      <p:ext uri="{BB962C8B-B14F-4D97-AF65-F5344CB8AC3E}">
        <p14:creationId xmlns:p14="http://schemas.microsoft.com/office/powerpoint/2010/main" val="3789985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2F31-4701-4D75-3A1F-833EC9A0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PAM</a:t>
            </a:r>
            <a:r>
              <a:rPr lang="en-CH" dirty="0"/>
              <a:t>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9C0C0-3372-BC5A-2F63-6164C8F2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CH" dirty="0"/>
              <a:t>/etc/pam.d/		</a:t>
            </a:r>
            <a:r>
              <a:rPr lang="en-CH" dirty="0">
                <a:sym typeface="Wingdings" pitchFamily="2" charset="2"/>
              </a:rPr>
              <a:t> folder contains all pam config files</a:t>
            </a:r>
          </a:p>
          <a:p>
            <a:pPr marL="0" indent="0">
              <a:buNone/>
            </a:pPr>
            <a:r>
              <a:rPr lang="en-CH" dirty="0"/>
              <a:t>files categories</a:t>
            </a:r>
          </a:p>
          <a:p>
            <a:pPr marL="0" indent="0">
              <a:buNone/>
            </a:pPr>
            <a:r>
              <a:rPr lang="en-CH" dirty="0"/>
              <a:t>	- individual configs (ssh, sudo, …)</a:t>
            </a:r>
          </a:p>
          <a:p>
            <a:pPr marL="0" indent="0">
              <a:buNone/>
            </a:pPr>
            <a:r>
              <a:rPr lang="en-CH" dirty="0"/>
              <a:t>	- common-* files </a:t>
            </a:r>
            <a:r>
              <a:rPr lang="en-CH" dirty="0">
                <a:sym typeface="Wingdings" pitchFamily="2" charset="2"/>
              </a:rPr>
              <a:t> global configs files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Some parameters you can add  if number negative, means “at least n”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minlen=[number]		minimum leng</a:t>
            </a:r>
            <a:r>
              <a:rPr lang="en-GB" dirty="0" err="1">
                <a:sym typeface="Wingdings" pitchFamily="2" charset="2"/>
              </a:rPr>
              <a:t>th</a:t>
            </a:r>
            <a:r>
              <a:rPr lang="en-CH" dirty="0">
                <a:sym typeface="Wingdings" pitchFamily="2" charset="2"/>
              </a:rPr>
              <a:t> password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ucredit=[number]		uppercase rule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dcredit=[number]		digit rule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lcredit=[number]		lowercase rule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maxrepeat=[number]</a:t>
            </a:r>
            <a:r>
              <a:rPr lang="en-CH">
                <a:sym typeface="Wingdings" pitchFamily="2" charset="2"/>
              </a:rPr>
              <a:t>		max </a:t>
            </a:r>
            <a:r>
              <a:rPr lang="en-CH" dirty="0">
                <a:sym typeface="Wingdings" pitchFamily="2" charset="2"/>
              </a:rPr>
              <a:t>repetition of a char in a row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reject_username		not allowed to write username in password (also reverse &amp; no case-						sensitive)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difok=[number]		minimum different char new password must have (compared to old one)</a:t>
            </a:r>
          </a:p>
          <a:p>
            <a:pPr marL="0" indent="0">
              <a:buNone/>
            </a:pPr>
            <a:r>
              <a:rPr lang="en-CH" dirty="0">
                <a:sym typeface="Wingdings" pitchFamily="2" charset="2"/>
              </a:rPr>
              <a:t>	enforce_for_root		apply all rules also to root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60518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0609-EA1A-D47D-5482-3CB4C735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b="1" dirty="0"/>
              <a:t>LUKS</a:t>
            </a:r>
            <a:r>
              <a:rPr lang="en-CH" dirty="0"/>
              <a:t> – Linux Unified Key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127E6-EF92-67FB-A066-76FE06F98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H" dirty="0"/>
              <a:t>Standard Linux de chiffrement d’un volume </a:t>
            </a:r>
          </a:p>
          <a:p>
            <a:r>
              <a:rPr lang="en-CH" dirty="0"/>
              <a:t>a disk can have multiple passwords possible</a:t>
            </a:r>
          </a:p>
          <a:p>
            <a:r>
              <a:rPr lang="en-CH" dirty="0"/>
              <a:t>Some cmds :</a:t>
            </a:r>
          </a:p>
          <a:p>
            <a:pPr lvl="1"/>
            <a:r>
              <a:rPr lang="en-CH" dirty="0"/>
              <a:t>cryptsetup </a:t>
            </a:r>
            <a:r>
              <a:rPr lang="en-CH" i="1" dirty="0"/>
              <a:t>[action]</a:t>
            </a:r>
            <a:r>
              <a:rPr lang="en-CH" dirty="0"/>
              <a:t> </a:t>
            </a:r>
            <a:r>
              <a:rPr lang="en-CH" i="1" dirty="0"/>
              <a:t>[volume]</a:t>
            </a:r>
          </a:p>
          <a:p>
            <a:pPr lvl="1"/>
            <a:r>
              <a:rPr lang="en-CH" dirty="0"/>
              <a:t>cryptsetup luksAddKey /dev/sda5		add a new passphrase to the 							encrypted volume</a:t>
            </a:r>
          </a:p>
          <a:p>
            <a:pPr lvl="1"/>
            <a:r>
              <a:rPr lang="en-CH" dirty="0"/>
              <a:t>cryptsetup luksRemoveKey /dev/sda5	remove a passphrase of the 							encrypted volume</a:t>
            </a:r>
          </a:p>
          <a:p>
            <a:pPr lvl="1"/>
            <a:r>
              <a:rPr lang="en-CH" dirty="0"/>
              <a:t>cryptsetup luksDump /dev/sda5		show how many password are 							used</a:t>
            </a:r>
          </a:p>
          <a:p>
            <a:r>
              <a:rPr lang="en-CH" dirty="0"/>
              <a:t>note : the /dev/ folder list all kernel devices (disks, partitions, virtual devices, terminal, …)</a:t>
            </a:r>
          </a:p>
          <a:p>
            <a:pPr lvl="1"/>
            <a:endParaRPr lang="en-CH" dirty="0"/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64498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C10D-A9A0-4D05-4D58-4AF21C72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b="1" dirty="0"/>
              <a:t>Permission and shebang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D1E0A-880F-19A0-25E9-5FC223ADA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Important point : if you’re using a shebang, that runs another script, both must have reading permission. Because the shebang has to « read the 1st line » of the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958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3F69-1A3E-C335-48DB-6C863263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CH" sz="5400" b="1"/>
              <a:t>CPU</a:t>
            </a:r>
            <a:r>
              <a:rPr lang="fr-CH" sz="5400"/>
              <a:t> – the rule</a:t>
            </a:r>
            <a:endParaRPr lang="en-US" sz="540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12">
            <a:extLst>
              <a:ext uri="{FF2B5EF4-FFF2-40B4-BE49-F238E27FC236}">
                <a16:creationId xmlns:a16="http://schemas.microsoft.com/office/drawing/2014/main" id="{B484CD52-A785-BA09-E2D3-2864A202D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fr-CH" sz="2200" dirty="0"/>
              <a:t>Number of virtual CPUs :</a:t>
            </a:r>
          </a:p>
          <a:p>
            <a:r>
              <a:rPr lang="fr-CH" sz="2200" dirty="0"/>
              <a:t>Nb of sockets x nb of cores x nb of threads per core</a:t>
            </a:r>
          </a:p>
          <a:p>
            <a:r>
              <a:rPr lang="fr-CH" sz="2200" dirty="0"/>
              <a:t>Sockets are actually the « physical » CPU(s)</a:t>
            </a:r>
            <a:endParaRPr lang="en-US" sz="2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3786D0-5DBC-6A4E-7912-679FAD8BE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95778"/>
            <a:ext cx="5458968" cy="346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4646</Words>
  <Application>Microsoft Office PowerPoint</Application>
  <PresentationFormat>Widescreen</PresentationFormat>
  <Paragraphs>360</Paragraphs>
  <Slides>36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BORN2BEROOT</vt:lpstr>
      <vt:lpstr>Apt vs Aptitude – two package manager</vt:lpstr>
      <vt:lpstr>Debian vs Rocky - differences</vt:lpstr>
      <vt:lpstr>Aptitude – Package Manager</vt:lpstr>
      <vt:lpstr>UFW – Uncomplicated FireWall</vt:lpstr>
      <vt:lpstr>AppArmor – limit programs resources accessibility</vt:lpstr>
      <vt:lpstr>MAC – Mandatory Access Control</vt:lpstr>
      <vt:lpstr>AppArmor - commands</vt:lpstr>
      <vt:lpstr>User&amp;Group Permissions – change file permissions</vt:lpstr>
      <vt:lpstr>User&amp;Group Permissions – display infos</vt:lpstr>
      <vt:lpstr>User&amp;Group Permissions – manage users/groups</vt:lpstr>
      <vt:lpstr>User&amp;Group Permissions - usermod</vt:lpstr>
      <vt:lpstr>Computer specs – display it (1)</vt:lpstr>
      <vt:lpstr>Computer specs – display it (2)</vt:lpstr>
      <vt:lpstr>awk -  filtering &amp; scan datas</vt:lpstr>
      <vt:lpstr>awk – example 1</vt:lpstr>
      <vt:lpstr>awk – example 2</vt:lpstr>
      <vt:lpstr>awk -  vocabulary</vt:lpstr>
      <vt:lpstr>patterns - vocabulary</vt:lpstr>
      <vt:lpstr>regex - vocabulary</vt:lpstr>
      <vt:lpstr>SSH (and SSHd) – Secure Shell(daemon)</vt:lpstr>
      <vt:lpstr>ssh - commands</vt:lpstr>
      <vt:lpstr>systemd – definition</vt:lpstr>
      <vt:lpstr>systemd – commands</vt:lpstr>
      <vt:lpstr>CPU – different usages</vt:lpstr>
      <vt:lpstr>sudo – editing the sudoers with visudo</vt:lpstr>
      <vt:lpstr>sudo - commands</vt:lpstr>
      <vt:lpstr>sudo – adding specific policies</vt:lpstr>
      <vt:lpstr>Password Policies – editing log configs</vt:lpstr>
      <vt:lpstr>crontab – edit contab files for cron daemon</vt:lpstr>
      <vt:lpstr>sudo, crontab, … - why using utilitaries ?</vt:lpstr>
      <vt:lpstr>PAM - Pluggable Authentification Modules</vt:lpstr>
      <vt:lpstr>PAM - setup</vt:lpstr>
      <vt:lpstr>LUKS – Linux Unified Key Setup</vt:lpstr>
      <vt:lpstr>Permission and shebang</vt:lpstr>
      <vt:lpstr>CPU – the rule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BORN2BEROOT</dc:title>
  <dc:creator>Joaquim Vasconcelos</dc:creator>
  <cp:lastModifiedBy>Joaquim Vasconcelos</cp:lastModifiedBy>
  <cp:revision>260</cp:revision>
  <dcterms:created xsi:type="dcterms:W3CDTF">2025-12-11T20:24:39Z</dcterms:created>
  <dcterms:modified xsi:type="dcterms:W3CDTF">2025-12-21T15:38:16Z</dcterms:modified>
</cp:coreProperties>
</file>